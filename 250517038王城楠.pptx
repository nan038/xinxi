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6256000" cy="9144000"/>
  <p:notesSz cx="9144000" cy="16256000"/>
  <p:embeddedFontLst>
    <p:embeddedFont>
      <p:font typeface="Liter" panose="02000503030000020004" pitchFamily="34" charset="0"/>
      <p:regular r:id="rId19"/>
    </p:embeddedFont>
    <p:embeddedFont>
      <p:font typeface="Liter" panose="02000503030000020004" pitchFamily="34" charset="-122"/>
      <p:regular r:id="rId20"/>
    </p:embeddedFont>
    <p:embeddedFont>
      <p:font typeface="Liter" panose="02000503030000020004" pitchFamily="34" charset="-120"/>
      <p:regular r:id="rId21"/>
    </p:embeddedFont>
    <p:embeddedFont>
      <p:font typeface="阿里妈妈数黑体" pitchFamily="34" charset="-122"/>
      <p:bold r:id="rId22"/>
    </p:embeddedFont>
    <p:embeddedFont>
      <p:font typeface="阿里妈妈数黑体" pitchFamily="34" charset="-120"/>
      <p:bold r:id="rId23"/>
    </p:embeddedFont>
    <p:embeddedFont>
      <p:font typeface="MiSans" pitchFamily="34" charset="-122"/>
      <p:regular r:id="rId24"/>
    </p:embeddedFont>
    <p:embeddedFont>
      <p:font typeface="MiSans" pitchFamily="34" charset="-120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d-hbimg.huaban.com/72306ff0189a3e80e391ba0b9f8378313718f842"/>
          <p:cNvPicPr>
            <a:picLocks noChangeAspect="1"/>
          </p:cNvPicPr>
          <p:nvPr/>
        </p:nvPicPr>
        <p:blipFill>
          <a:blip r:embed="rId1">
            <a:alphaModFix amt="40000"/>
          </a:blip>
          <a:srcRect t="41234944467" b="-50204955784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2024">
                  <a:alpha val="95000"/>
                </a:srgbClr>
              </a:gs>
              <a:gs pos="50000">
                <a:srgbClr val="1E2024">
                  <a:alpha val="85000"/>
                </a:srgbClr>
              </a:gs>
              <a:gs pos="100000">
                <a:srgbClr val="5C7A9E">
                  <a:alpha val="6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33400" y="376767"/>
            <a:ext cx="5346700" cy="660400"/>
          </a:xfrm>
          <a:custGeom>
            <a:avLst/>
            <a:gdLst/>
            <a:ahLst/>
            <a:cxnLst/>
            <a:rect l="l" t="t" r="r" b="b"/>
            <a:pathLst>
              <a:path w="5346700" h="660400">
                <a:moveTo>
                  <a:pt x="0" y="0"/>
                </a:moveTo>
                <a:lnTo>
                  <a:pt x="5245097" y="0"/>
                </a:lnTo>
                <a:cubicBezTo>
                  <a:pt x="5301211" y="0"/>
                  <a:pt x="5346700" y="45489"/>
                  <a:pt x="5346700" y="101603"/>
                </a:cubicBezTo>
                <a:lnTo>
                  <a:pt x="5346700" y="558797"/>
                </a:lnTo>
                <a:cubicBezTo>
                  <a:pt x="5346700" y="614911"/>
                  <a:pt x="5301211" y="660400"/>
                  <a:pt x="5245097" y="660400"/>
                </a:cubicBez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>
              <a:alpha val="14902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376767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6" name="Shape 3"/>
          <p:cNvSpPr/>
          <p:nvPr/>
        </p:nvSpPr>
        <p:spPr>
          <a:xfrm>
            <a:off x="850900" y="5545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7" name="Text 4"/>
          <p:cNvSpPr/>
          <p:nvPr/>
        </p:nvSpPr>
        <p:spPr>
          <a:xfrm>
            <a:off x="1346200" y="529167"/>
            <a:ext cx="4406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OFFICE TRAINING MASTERCLASS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1443567"/>
            <a:ext cx="11988800" cy="304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Office三合一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高效办公实战指南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4796367"/>
            <a:ext cx="11607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Word + Excel + PPT 核心技巧深度解析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5913967"/>
            <a:ext cx="2844800" cy="1219200"/>
          </a:xfrm>
          <a:custGeom>
            <a:avLst/>
            <a:gdLst/>
            <a:ahLst/>
            <a:cxnLst/>
            <a:rect l="l" t="t" r="r" b="b"/>
            <a:pathLst>
              <a:path w="2844800" h="1219200">
                <a:moveTo>
                  <a:pt x="152400" y="0"/>
                </a:moveTo>
                <a:lnTo>
                  <a:pt x="2692400" y="0"/>
                </a:lnTo>
                <a:cubicBezTo>
                  <a:pt x="2776512" y="0"/>
                  <a:pt x="2844800" y="68288"/>
                  <a:pt x="2844800" y="152400"/>
                </a:cubicBezTo>
                <a:lnTo>
                  <a:pt x="2844800" y="1066800"/>
                </a:lnTo>
                <a:cubicBezTo>
                  <a:pt x="2844800" y="1150912"/>
                  <a:pt x="2776512" y="1219200"/>
                  <a:pt x="269240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812800" y="6117167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12" name="Shape 9"/>
          <p:cNvSpPr/>
          <p:nvPr/>
        </p:nvSpPr>
        <p:spPr>
          <a:xfrm>
            <a:off x="1055688" y="6333067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0" y="23812"/>
                </a:moveTo>
                <a:lnTo>
                  <a:pt x="159693" y="23812"/>
                </a:lnTo>
                <a:lnTo>
                  <a:pt x="159693" y="183505"/>
                </a:lnTo>
                <a:lnTo>
                  <a:pt x="0" y="183505"/>
                </a:lnTo>
                <a:lnTo>
                  <a:pt x="0" y="23812"/>
                </a:lnTo>
                <a:close/>
                <a:moveTo>
                  <a:pt x="173682" y="23812"/>
                </a:moveTo>
                <a:lnTo>
                  <a:pt x="333375" y="23812"/>
                </a:lnTo>
                <a:lnTo>
                  <a:pt x="333375" y="183505"/>
                </a:lnTo>
                <a:lnTo>
                  <a:pt x="173682" y="183505"/>
                </a:lnTo>
                <a:lnTo>
                  <a:pt x="173682" y="23812"/>
                </a:lnTo>
                <a:close/>
                <a:moveTo>
                  <a:pt x="0" y="197495"/>
                </a:moveTo>
                <a:lnTo>
                  <a:pt x="159693" y="197495"/>
                </a:lnTo>
                <a:lnTo>
                  <a:pt x="159693" y="357188"/>
                </a:lnTo>
                <a:lnTo>
                  <a:pt x="0" y="357188"/>
                </a:lnTo>
                <a:lnTo>
                  <a:pt x="0" y="197495"/>
                </a:lnTo>
                <a:close/>
                <a:moveTo>
                  <a:pt x="173682" y="197495"/>
                </a:moveTo>
                <a:lnTo>
                  <a:pt x="333375" y="197495"/>
                </a:lnTo>
                <a:lnTo>
                  <a:pt x="333375" y="357188"/>
                </a:lnTo>
                <a:lnTo>
                  <a:pt x="173682" y="357188"/>
                </a:lnTo>
                <a:lnTo>
                  <a:pt x="173682" y="19749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1828800" y="6167967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专业培训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828800" y="6472767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实战教学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59200" y="5913967"/>
            <a:ext cx="2616200" cy="1219200"/>
          </a:xfrm>
          <a:custGeom>
            <a:avLst/>
            <a:gdLst/>
            <a:ahLst/>
            <a:cxnLst/>
            <a:rect l="l" t="t" r="r" b="b"/>
            <a:pathLst>
              <a:path w="2616200" h="1219200">
                <a:moveTo>
                  <a:pt x="152400" y="0"/>
                </a:moveTo>
                <a:lnTo>
                  <a:pt x="2463800" y="0"/>
                </a:lnTo>
                <a:cubicBezTo>
                  <a:pt x="2547912" y="0"/>
                  <a:pt x="2616200" y="68288"/>
                  <a:pt x="2616200" y="152400"/>
                </a:cubicBezTo>
                <a:lnTo>
                  <a:pt x="2616200" y="1066800"/>
                </a:lnTo>
                <a:cubicBezTo>
                  <a:pt x="2616200" y="1150912"/>
                  <a:pt x="2547912" y="1219200"/>
                  <a:pt x="246380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4064000" y="6117167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7" name="Shape 14"/>
          <p:cNvSpPr/>
          <p:nvPr/>
        </p:nvSpPr>
        <p:spPr>
          <a:xfrm>
            <a:off x="4283075" y="633306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1E2024"/>
          </a:solidFill>
        </p:spPr>
      </p:sp>
      <p:sp>
        <p:nvSpPr>
          <p:cNvPr id="18" name="Text 15"/>
          <p:cNvSpPr/>
          <p:nvPr/>
        </p:nvSpPr>
        <p:spPr>
          <a:xfrm>
            <a:off x="5080000" y="6167967"/>
            <a:ext cx="1092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80000" y="6472767"/>
            <a:ext cx="1143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300%+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8000" y="7747000"/>
            <a:ext cx="15240000" cy="8467"/>
          </a:xfrm>
          <a:custGeom>
            <a:avLst/>
            <a:gdLst/>
            <a:ahLst/>
            <a:cxnLst/>
            <a:rect l="l" t="t" r="r" b="b"/>
            <a:pathLst>
              <a:path w="15240000" h="8467">
                <a:moveTo>
                  <a:pt x="0" y="0"/>
                </a:moveTo>
                <a:lnTo>
                  <a:pt x="15240000" y="0"/>
                </a:lnTo>
                <a:lnTo>
                  <a:pt x="152400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30196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508000" y="8056034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2" name="Shape 19"/>
          <p:cNvSpPr/>
          <p:nvPr/>
        </p:nvSpPr>
        <p:spPr>
          <a:xfrm>
            <a:off x="730250" y="8259234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93923" y="147638"/>
                  <a:pt x="61913" y="115627"/>
                  <a:pt x="61912" y="76200"/>
                </a:cubicBezTo>
                <a:cubicBezTo>
                  <a:pt x="61912" y="36773"/>
                  <a:pt x="93923" y="4763"/>
                  <a:pt x="133350" y="4763"/>
                </a:cubicBezTo>
                <a:cubicBezTo>
                  <a:pt x="172777" y="4763"/>
                  <a:pt x="204787" y="36773"/>
                  <a:pt x="204787" y="76200"/>
                </a:cubicBezTo>
                <a:cubicBezTo>
                  <a:pt x="204787" y="115627"/>
                  <a:pt x="172777" y="147638"/>
                  <a:pt x="133350" y="147638"/>
                </a:cubicBezTo>
                <a:close/>
                <a:moveTo>
                  <a:pt x="115193" y="180975"/>
                </a:moveTo>
                <a:lnTo>
                  <a:pt x="151507" y="180975"/>
                </a:lnTo>
                <a:cubicBezTo>
                  <a:pt x="157282" y="180975"/>
                  <a:pt x="161925" y="185618"/>
                  <a:pt x="161925" y="191393"/>
                </a:cubicBezTo>
                <a:cubicBezTo>
                  <a:pt x="161925" y="193893"/>
                  <a:pt x="161032" y="196275"/>
                  <a:pt x="159425" y="198180"/>
                </a:cubicBezTo>
                <a:lnTo>
                  <a:pt x="143113" y="217230"/>
                </a:lnTo>
                <a:lnTo>
                  <a:pt x="161568" y="285750"/>
                </a:lnTo>
                <a:lnTo>
                  <a:pt x="161925" y="285750"/>
                </a:lnTo>
                <a:lnTo>
                  <a:pt x="182523" y="203299"/>
                </a:lnTo>
                <a:cubicBezTo>
                  <a:pt x="183833" y="198120"/>
                  <a:pt x="189131" y="194965"/>
                  <a:pt x="194131" y="196870"/>
                </a:cubicBezTo>
                <a:cubicBezTo>
                  <a:pt x="230981" y="210919"/>
                  <a:pt x="257175" y="246638"/>
                  <a:pt x="257175" y="288429"/>
                </a:cubicBezTo>
                <a:cubicBezTo>
                  <a:pt x="257175" y="297418"/>
                  <a:pt x="249853" y="304740"/>
                  <a:pt x="240863" y="304740"/>
                </a:cubicBezTo>
                <a:lnTo>
                  <a:pt x="25837" y="304800"/>
                </a:lnTo>
                <a:cubicBezTo>
                  <a:pt x="16847" y="304800"/>
                  <a:pt x="9525" y="297478"/>
                  <a:pt x="9525" y="288488"/>
                </a:cubicBezTo>
                <a:cubicBezTo>
                  <a:pt x="9525" y="246698"/>
                  <a:pt x="35719" y="210979"/>
                  <a:pt x="72569" y="196929"/>
                </a:cubicBezTo>
                <a:cubicBezTo>
                  <a:pt x="77569" y="195024"/>
                  <a:pt x="82868" y="198180"/>
                  <a:pt x="84177" y="203359"/>
                </a:cubicBezTo>
                <a:lnTo>
                  <a:pt x="104775" y="285810"/>
                </a:lnTo>
                <a:lnTo>
                  <a:pt x="105132" y="285810"/>
                </a:lnTo>
                <a:lnTo>
                  <a:pt x="123587" y="217289"/>
                </a:lnTo>
                <a:lnTo>
                  <a:pt x="107275" y="198239"/>
                </a:lnTo>
                <a:cubicBezTo>
                  <a:pt x="105668" y="196334"/>
                  <a:pt x="104775" y="193953"/>
                  <a:pt x="104775" y="191453"/>
                </a:cubicBezTo>
                <a:cubicBezTo>
                  <a:pt x="104775" y="185678"/>
                  <a:pt x="109418" y="181035"/>
                  <a:pt x="115193" y="181035"/>
                </a:cubicBezTo>
                <a:close/>
              </a:path>
            </a:pathLst>
          </a:custGeom>
          <a:solidFill>
            <a:srgbClr val="1E2024"/>
          </a:solidFill>
        </p:spPr>
      </p:sp>
      <p:sp>
        <p:nvSpPr>
          <p:cNvPr id="23" name="Text 20"/>
          <p:cNvSpPr/>
          <p:nvPr/>
        </p:nvSpPr>
        <p:spPr>
          <a:xfrm>
            <a:off x="1473200" y="8081434"/>
            <a:ext cx="162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专业讲师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73200" y="8386234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效率提升专家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299406" y="8081434"/>
            <a:ext cx="144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培训日期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4274006" y="8386234"/>
            <a:ext cx="1473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2025年12月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136900"/>
            <a:ext cx="417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3644900"/>
            <a:ext cx="4445000" cy="190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培训内容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59563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5" name="Shape 3"/>
          <p:cNvSpPr/>
          <p:nvPr/>
        </p:nvSpPr>
        <p:spPr>
          <a:xfrm>
            <a:off x="5003800" y="508000"/>
            <a:ext cx="10744200" cy="1879600"/>
          </a:xfrm>
          <a:custGeom>
            <a:avLst/>
            <a:gdLst/>
            <a:ahLst/>
            <a:cxnLst/>
            <a:rect l="l" t="t" r="r" b="b"/>
            <a:pathLst>
              <a:path w="10744200" h="1879600">
                <a:moveTo>
                  <a:pt x="0" y="0"/>
                </a:moveTo>
                <a:lnTo>
                  <a:pt x="10591802" y="0"/>
                </a:lnTo>
                <a:cubicBezTo>
                  <a:pt x="10675969" y="0"/>
                  <a:pt x="10744200" y="68231"/>
                  <a:pt x="10744200" y="152398"/>
                </a:cubicBezTo>
                <a:lnTo>
                  <a:pt x="10744200" y="1727202"/>
                </a:lnTo>
                <a:cubicBezTo>
                  <a:pt x="10744200" y="1811369"/>
                  <a:pt x="10675969" y="1879600"/>
                  <a:pt x="10591802" y="1879600"/>
                </a:cubicBez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0" scaled="1"/>
          </a:gradFill>
        </p:spPr>
      </p:sp>
      <p:sp>
        <p:nvSpPr>
          <p:cNvPr id="6" name="Shape 4"/>
          <p:cNvSpPr/>
          <p:nvPr/>
        </p:nvSpPr>
        <p:spPr>
          <a:xfrm>
            <a:off x="5003800" y="5080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</p:spPr>
      </p:sp>
      <p:sp>
        <p:nvSpPr>
          <p:cNvPr id="7" name="Shape 5"/>
          <p:cNvSpPr/>
          <p:nvPr/>
        </p:nvSpPr>
        <p:spPr>
          <a:xfrm>
            <a:off x="5334000" y="1041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8" name="Text 6"/>
          <p:cNvSpPr/>
          <p:nvPr/>
        </p:nvSpPr>
        <p:spPr>
          <a:xfrm>
            <a:off x="5542624" y="1219200"/>
            <a:ext cx="584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066800"/>
            <a:ext cx="8470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Word篇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524000"/>
            <a:ext cx="842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专业文档排版艺术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065375" y="12573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47625"/>
                </a:moveTo>
                <a:cubicBezTo>
                  <a:pt x="0" y="21357"/>
                  <a:pt x="21357" y="0"/>
                  <a:pt x="47625" y="0"/>
                </a:cubicBezTo>
                <a:lnTo>
                  <a:pt x="158874" y="0"/>
                </a:lnTo>
                <a:cubicBezTo>
                  <a:pt x="171524" y="0"/>
                  <a:pt x="183654" y="4986"/>
                  <a:pt x="192584" y="13915"/>
                </a:cubicBezTo>
                <a:lnTo>
                  <a:pt x="271835" y="93241"/>
                </a:lnTo>
                <a:cubicBezTo>
                  <a:pt x="280764" y="102171"/>
                  <a:pt x="285750" y="114300"/>
                  <a:pt x="285750" y="126950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154781" y="43532"/>
                </a:moveTo>
                <a:lnTo>
                  <a:pt x="154781" y="113109"/>
                </a:lnTo>
                <a:cubicBezTo>
                  <a:pt x="154781" y="123006"/>
                  <a:pt x="162744" y="130969"/>
                  <a:pt x="172641" y="130969"/>
                </a:cubicBezTo>
                <a:lnTo>
                  <a:pt x="242218" y="130969"/>
                </a:lnTo>
                <a:lnTo>
                  <a:pt x="154781" y="43532"/>
                </a:lnTo>
                <a:close/>
                <a:moveTo>
                  <a:pt x="100757" y="204490"/>
                </a:moveTo>
                <a:cubicBezTo>
                  <a:pt x="98599" y="194890"/>
                  <a:pt x="89074" y="188788"/>
                  <a:pt x="79474" y="190946"/>
                </a:cubicBezTo>
                <a:cubicBezTo>
                  <a:pt x="69875" y="193104"/>
                  <a:pt x="63773" y="202629"/>
                  <a:pt x="65931" y="212229"/>
                </a:cubicBezTo>
                <a:lnTo>
                  <a:pt x="89743" y="319385"/>
                </a:lnTo>
                <a:cubicBezTo>
                  <a:pt x="91455" y="327199"/>
                  <a:pt x="98227" y="332929"/>
                  <a:pt x="106263" y="333375"/>
                </a:cubicBezTo>
                <a:cubicBezTo>
                  <a:pt x="114300" y="333821"/>
                  <a:pt x="121593" y="328836"/>
                  <a:pt x="124123" y="321171"/>
                </a:cubicBezTo>
                <a:lnTo>
                  <a:pt x="142875" y="264840"/>
                </a:lnTo>
                <a:lnTo>
                  <a:pt x="161627" y="321171"/>
                </a:lnTo>
                <a:cubicBezTo>
                  <a:pt x="164157" y="328761"/>
                  <a:pt x="171450" y="333747"/>
                  <a:pt x="179487" y="333375"/>
                </a:cubicBezTo>
                <a:cubicBezTo>
                  <a:pt x="187523" y="333003"/>
                  <a:pt x="194295" y="327273"/>
                  <a:pt x="196007" y="319385"/>
                </a:cubicBezTo>
                <a:lnTo>
                  <a:pt x="219819" y="212229"/>
                </a:lnTo>
                <a:cubicBezTo>
                  <a:pt x="221977" y="202629"/>
                  <a:pt x="215875" y="193030"/>
                  <a:pt x="206276" y="190946"/>
                </a:cubicBezTo>
                <a:cubicBezTo>
                  <a:pt x="196676" y="188863"/>
                  <a:pt x="187077" y="194890"/>
                  <a:pt x="184993" y="204490"/>
                </a:cubicBezTo>
                <a:lnTo>
                  <a:pt x="175171" y="248692"/>
                </a:lnTo>
                <a:lnTo>
                  <a:pt x="159841" y="202704"/>
                </a:lnTo>
                <a:cubicBezTo>
                  <a:pt x="157386" y="195411"/>
                  <a:pt x="150614" y="190500"/>
                  <a:pt x="142875" y="190500"/>
                </a:cubicBezTo>
                <a:cubicBezTo>
                  <a:pt x="135136" y="190500"/>
                  <a:pt x="128364" y="195411"/>
                  <a:pt x="125909" y="202704"/>
                </a:cubicBezTo>
                <a:lnTo>
                  <a:pt x="110579" y="248692"/>
                </a:lnTo>
                <a:lnTo>
                  <a:pt x="100757" y="204490"/>
                </a:lnTo>
                <a:close/>
              </a:path>
            </a:pathLst>
          </a:custGeom>
          <a:solidFill>
            <a:srgbClr val="5C7A9E"/>
          </a:solidFill>
        </p:spPr>
      </p:sp>
      <p:sp>
        <p:nvSpPr>
          <p:cNvPr id="12" name="Shape 10"/>
          <p:cNvSpPr/>
          <p:nvPr/>
        </p:nvSpPr>
        <p:spPr>
          <a:xfrm>
            <a:off x="5003800" y="2590800"/>
            <a:ext cx="10744200" cy="1879600"/>
          </a:xfrm>
          <a:custGeom>
            <a:avLst/>
            <a:gdLst/>
            <a:ahLst/>
            <a:cxnLst/>
            <a:rect l="l" t="t" r="r" b="b"/>
            <a:pathLst>
              <a:path w="10744200" h="1879600">
                <a:moveTo>
                  <a:pt x="0" y="0"/>
                </a:moveTo>
                <a:lnTo>
                  <a:pt x="10591802" y="0"/>
                </a:lnTo>
                <a:cubicBezTo>
                  <a:pt x="10675969" y="0"/>
                  <a:pt x="10744200" y="68231"/>
                  <a:pt x="10744200" y="152398"/>
                </a:cubicBezTo>
                <a:lnTo>
                  <a:pt x="10744200" y="1727202"/>
                </a:lnTo>
                <a:cubicBezTo>
                  <a:pt x="10744200" y="1811369"/>
                  <a:pt x="10675969" y="1879600"/>
                  <a:pt x="10591802" y="1879600"/>
                </a:cubicBez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8A857">
                  <a:alpha val="30000"/>
                </a:srgbClr>
              </a:gs>
              <a:gs pos="100000">
                <a:srgbClr val="E8A857">
                  <a:alpha val="10000"/>
                </a:srgbClr>
              </a:gs>
            </a:gsLst>
            <a:lin ang="0" scaled="1"/>
          </a:gradFill>
        </p:spPr>
      </p:sp>
      <p:sp>
        <p:nvSpPr>
          <p:cNvPr id="13" name="Shape 11"/>
          <p:cNvSpPr/>
          <p:nvPr/>
        </p:nvSpPr>
        <p:spPr>
          <a:xfrm>
            <a:off x="5003800" y="25908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14" name="Shape 12"/>
          <p:cNvSpPr/>
          <p:nvPr/>
        </p:nvSpPr>
        <p:spPr>
          <a:xfrm>
            <a:off x="5334000" y="3124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5" name="Text 13"/>
          <p:cNvSpPr/>
          <p:nvPr/>
        </p:nvSpPr>
        <p:spPr>
          <a:xfrm>
            <a:off x="5508096" y="3302000"/>
            <a:ext cx="66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E20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149600"/>
            <a:ext cx="8470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Excel篇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606800"/>
            <a:ext cx="842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数据处理与分析智慧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065375" y="33401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47625"/>
                </a:moveTo>
                <a:cubicBezTo>
                  <a:pt x="0" y="21357"/>
                  <a:pt x="21357" y="0"/>
                  <a:pt x="47625" y="0"/>
                </a:cubicBezTo>
                <a:lnTo>
                  <a:pt x="158874" y="0"/>
                </a:lnTo>
                <a:cubicBezTo>
                  <a:pt x="171524" y="0"/>
                  <a:pt x="183654" y="4986"/>
                  <a:pt x="192584" y="13915"/>
                </a:cubicBezTo>
                <a:lnTo>
                  <a:pt x="271835" y="93241"/>
                </a:lnTo>
                <a:cubicBezTo>
                  <a:pt x="280764" y="102171"/>
                  <a:pt x="285750" y="114300"/>
                  <a:pt x="285750" y="126950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154781" y="43532"/>
                </a:moveTo>
                <a:lnTo>
                  <a:pt x="154781" y="113109"/>
                </a:lnTo>
                <a:cubicBezTo>
                  <a:pt x="154781" y="123006"/>
                  <a:pt x="162744" y="130969"/>
                  <a:pt x="172641" y="130969"/>
                </a:cubicBezTo>
                <a:lnTo>
                  <a:pt x="242218" y="130969"/>
                </a:lnTo>
                <a:lnTo>
                  <a:pt x="154781" y="43532"/>
                </a:lnTo>
                <a:close/>
                <a:moveTo>
                  <a:pt x="122039" y="198462"/>
                </a:moveTo>
                <a:cubicBezTo>
                  <a:pt x="116532" y="190277"/>
                  <a:pt x="105445" y="188044"/>
                  <a:pt x="97259" y="193477"/>
                </a:cubicBezTo>
                <a:cubicBezTo>
                  <a:pt x="89074" y="198909"/>
                  <a:pt x="86841" y="210071"/>
                  <a:pt x="92273" y="218256"/>
                </a:cubicBezTo>
                <a:lnTo>
                  <a:pt x="121444" y="261938"/>
                </a:lnTo>
                <a:lnTo>
                  <a:pt x="92273" y="305619"/>
                </a:lnTo>
                <a:cubicBezTo>
                  <a:pt x="86767" y="313804"/>
                  <a:pt x="88999" y="324892"/>
                  <a:pt x="97259" y="330398"/>
                </a:cubicBezTo>
                <a:cubicBezTo>
                  <a:pt x="105519" y="335905"/>
                  <a:pt x="116532" y="333673"/>
                  <a:pt x="122039" y="325413"/>
                </a:cubicBezTo>
                <a:lnTo>
                  <a:pt x="142875" y="294159"/>
                </a:lnTo>
                <a:lnTo>
                  <a:pt x="163711" y="325413"/>
                </a:lnTo>
                <a:cubicBezTo>
                  <a:pt x="169218" y="333598"/>
                  <a:pt x="180305" y="335831"/>
                  <a:pt x="188491" y="330398"/>
                </a:cubicBezTo>
                <a:cubicBezTo>
                  <a:pt x="196676" y="324966"/>
                  <a:pt x="198909" y="313804"/>
                  <a:pt x="193477" y="305619"/>
                </a:cubicBezTo>
                <a:lnTo>
                  <a:pt x="164306" y="261938"/>
                </a:lnTo>
                <a:lnTo>
                  <a:pt x="193477" y="218256"/>
                </a:lnTo>
                <a:cubicBezTo>
                  <a:pt x="198983" y="210071"/>
                  <a:pt x="196751" y="198983"/>
                  <a:pt x="188491" y="193477"/>
                </a:cubicBezTo>
                <a:cubicBezTo>
                  <a:pt x="180231" y="187970"/>
                  <a:pt x="169218" y="190202"/>
                  <a:pt x="163711" y="198462"/>
                </a:cubicBezTo>
                <a:lnTo>
                  <a:pt x="142875" y="229716"/>
                </a:lnTo>
                <a:lnTo>
                  <a:pt x="122039" y="198462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19" name="Shape 17"/>
          <p:cNvSpPr/>
          <p:nvPr/>
        </p:nvSpPr>
        <p:spPr>
          <a:xfrm>
            <a:off x="5003800" y="4673600"/>
            <a:ext cx="10744200" cy="1879600"/>
          </a:xfrm>
          <a:custGeom>
            <a:avLst/>
            <a:gdLst/>
            <a:ahLst/>
            <a:cxnLst/>
            <a:rect l="l" t="t" r="r" b="b"/>
            <a:pathLst>
              <a:path w="10744200" h="1879600">
                <a:moveTo>
                  <a:pt x="0" y="0"/>
                </a:moveTo>
                <a:lnTo>
                  <a:pt x="10591802" y="0"/>
                </a:lnTo>
                <a:cubicBezTo>
                  <a:pt x="10675969" y="0"/>
                  <a:pt x="10744200" y="68231"/>
                  <a:pt x="10744200" y="152398"/>
                </a:cubicBezTo>
                <a:lnTo>
                  <a:pt x="10744200" y="1727202"/>
                </a:lnTo>
                <a:cubicBezTo>
                  <a:pt x="10744200" y="1811369"/>
                  <a:pt x="10675969" y="1879600"/>
                  <a:pt x="10591802" y="1879600"/>
                </a:cubicBez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0" scaled="1"/>
          </a:gradFill>
        </p:spPr>
      </p:sp>
      <p:sp>
        <p:nvSpPr>
          <p:cNvPr id="20" name="Shape 18"/>
          <p:cNvSpPr/>
          <p:nvPr/>
        </p:nvSpPr>
        <p:spPr>
          <a:xfrm>
            <a:off x="5003800" y="46736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</p:spPr>
      </p:sp>
      <p:sp>
        <p:nvSpPr>
          <p:cNvPr id="21" name="Shape 19"/>
          <p:cNvSpPr/>
          <p:nvPr/>
        </p:nvSpPr>
        <p:spPr>
          <a:xfrm>
            <a:off x="5334000" y="5207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22" name="Text 20"/>
          <p:cNvSpPr/>
          <p:nvPr/>
        </p:nvSpPr>
        <p:spPr>
          <a:xfrm>
            <a:off x="5506376" y="5384800"/>
            <a:ext cx="66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5232400"/>
            <a:ext cx="8470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PowerPoint篇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5689600"/>
            <a:ext cx="842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演示表达与视觉设计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5065375" y="54229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47625"/>
                </a:moveTo>
                <a:cubicBezTo>
                  <a:pt x="0" y="21357"/>
                  <a:pt x="21357" y="0"/>
                  <a:pt x="47625" y="0"/>
                </a:cubicBezTo>
                <a:lnTo>
                  <a:pt x="158874" y="0"/>
                </a:lnTo>
                <a:cubicBezTo>
                  <a:pt x="171524" y="0"/>
                  <a:pt x="183654" y="4986"/>
                  <a:pt x="192584" y="13915"/>
                </a:cubicBezTo>
                <a:lnTo>
                  <a:pt x="271835" y="93241"/>
                </a:lnTo>
                <a:cubicBezTo>
                  <a:pt x="280764" y="102171"/>
                  <a:pt x="285750" y="114300"/>
                  <a:pt x="285750" y="126950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154781" y="43532"/>
                </a:moveTo>
                <a:lnTo>
                  <a:pt x="154781" y="113109"/>
                </a:lnTo>
                <a:cubicBezTo>
                  <a:pt x="154781" y="123006"/>
                  <a:pt x="162744" y="130969"/>
                  <a:pt x="172641" y="130969"/>
                </a:cubicBezTo>
                <a:lnTo>
                  <a:pt x="242218" y="130969"/>
                </a:lnTo>
                <a:lnTo>
                  <a:pt x="154781" y="43532"/>
                </a:lnTo>
                <a:close/>
                <a:moveTo>
                  <a:pt x="113109" y="190500"/>
                </a:moveTo>
                <a:cubicBezTo>
                  <a:pt x="103212" y="190500"/>
                  <a:pt x="95250" y="198462"/>
                  <a:pt x="95250" y="208359"/>
                </a:cubicBezTo>
                <a:lnTo>
                  <a:pt x="95250" y="315516"/>
                </a:lnTo>
                <a:cubicBezTo>
                  <a:pt x="95250" y="325413"/>
                  <a:pt x="103212" y="333375"/>
                  <a:pt x="113109" y="333375"/>
                </a:cubicBezTo>
                <a:cubicBezTo>
                  <a:pt x="123006" y="333375"/>
                  <a:pt x="130969" y="325413"/>
                  <a:pt x="130969" y="315516"/>
                </a:cubicBezTo>
                <a:lnTo>
                  <a:pt x="130969" y="297656"/>
                </a:lnTo>
                <a:lnTo>
                  <a:pt x="148828" y="297656"/>
                </a:lnTo>
                <a:cubicBezTo>
                  <a:pt x="178445" y="297656"/>
                  <a:pt x="202406" y="273695"/>
                  <a:pt x="202406" y="244078"/>
                </a:cubicBezTo>
                <a:cubicBezTo>
                  <a:pt x="202406" y="214461"/>
                  <a:pt x="178445" y="190500"/>
                  <a:pt x="148828" y="190500"/>
                </a:cubicBezTo>
                <a:lnTo>
                  <a:pt x="113109" y="190500"/>
                </a:lnTo>
                <a:close/>
                <a:moveTo>
                  <a:pt x="148828" y="261938"/>
                </a:moveTo>
                <a:lnTo>
                  <a:pt x="130969" y="261938"/>
                </a:lnTo>
                <a:lnTo>
                  <a:pt x="130969" y="226219"/>
                </a:lnTo>
                <a:lnTo>
                  <a:pt x="148828" y="226219"/>
                </a:lnTo>
                <a:cubicBezTo>
                  <a:pt x="158725" y="226219"/>
                  <a:pt x="166688" y="234181"/>
                  <a:pt x="166688" y="244078"/>
                </a:cubicBezTo>
                <a:cubicBezTo>
                  <a:pt x="166688" y="253975"/>
                  <a:pt x="158725" y="261938"/>
                  <a:pt x="148828" y="261938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26" name="Shape 24"/>
          <p:cNvSpPr/>
          <p:nvPr/>
        </p:nvSpPr>
        <p:spPr>
          <a:xfrm>
            <a:off x="5003800" y="6756400"/>
            <a:ext cx="10744200" cy="1879600"/>
          </a:xfrm>
          <a:custGeom>
            <a:avLst/>
            <a:gdLst/>
            <a:ahLst/>
            <a:cxnLst/>
            <a:rect l="l" t="t" r="r" b="b"/>
            <a:pathLst>
              <a:path w="10744200" h="1879600">
                <a:moveTo>
                  <a:pt x="0" y="0"/>
                </a:moveTo>
                <a:lnTo>
                  <a:pt x="10591802" y="0"/>
                </a:lnTo>
                <a:cubicBezTo>
                  <a:pt x="10675969" y="0"/>
                  <a:pt x="10744200" y="68231"/>
                  <a:pt x="10744200" y="152398"/>
                </a:cubicBezTo>
                <a:lnTo>
                  <a:pt x="10744200" y="1727202"/>
                </a:lnTo>
                <a:cubicBezTo>
                  <a:pt x="10744200" y="1811369"/>
                  <a:pt x="10675969" y="1879600"/>
                  <a:pt x="10591802" y="1879600"/>
                </a:cubicBez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8A857">
                  <a:alpha val="30000"/>
                </a:srgbClr>
              </a:gs>
              <a:gs pos="100000">
                <a:srgbClr val="E8A857">
                  <a:alpha val="10000"/>
                </a:srgbClr>
              </a:gs>
            </a:gsLst>
            <a:lin ang="0" scaled="1"/>
          </a:gradFill>
        </p:spPr>
      </p:sp>
      <p:sp>
        <p:nvSpPr>
          <p:cNvPr id="27" name="Shape 25"/>
          <p:cNvSpPr/>
          <p:nvPr/>
        </p:nvSpPr>
        <p:spPr>
          <a:xfrm>
            <a:off x="5003800" y="67564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0" y="18796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28" name="Shape 26"/>
          <p:cNvSpPr/>
          <p:nvPr/>
        </p:nvSpPr>
        <p:spPr>
          <a:xfrm>
            <a:off x="5334000" y="7289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9" name="Text 27"/>
          <p:cNvSpPr/>
          <p:nvPr/>
        </p:nvSpPr>
        <p:spPr>
          <a:xfrm>
            <a:off x="5506641" y="7467600"/>
            <a:ext cx="66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E20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7315200"/>
            <a:ext cx="8470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综合技巧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7772400"/>
            <a:ext cx="842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效率提升秘籍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5017750" y="7505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33" name="Shape 31"/>
          <p:cNvSpPr/>
          <p:nvPr/>
        </p:nvSpPr>
        <p:spPr>
          <a:xfrm>
            <a:off x="512233" y="7708901"/>
            <a:ext cx="15235767" cy="922867"/>
          </a:xfrm>
          <a:custGeom>
            <a:avLst/>
            <a:gdLst/>
            <a:ahLst/>
            <a:cxnLst/>
            <a:rect l="l" t="t" r="r" b="b"/>
            <a:pathLst>
              <a:path w="15235767" h="922867">
                <a:moveTo>
                  <a:pt x="152402" y="0"/>
                </a:moveTo>
                <a:lnTo>
                  <a:pt x="15083364" y="0"/>
                </a:lnTo>
                <a:cubicBezTo>
                  <a:pt x="15167534" y="0"/>
                  <a:pt x="15235767" y="68233"/>
                  <a:pt x="15235767" y="152402"/>
                </a:cubicBezTo>
                <a:lnTo>
                  <a:pt x="15235767" y="770464"/>
                </a:lnTo>
                <a:cubicBezTo>
                  <a:pt x="15235767" y="854634"/>
                  <a:pt x="15167534" y="922867"/>
                  <a:pt x="15083364" y="922867"/>
                </a:cubicBezTo>
                <a:lnTo>
                  <a:pt x="152402" y="922867"/>
                </a:lnTo>
                <a:cubicBezTo>
                  <a:pt x="68289" y="922867"/>
                  <a:pt x="0" y="854578"/>
                  <a:pt x="0" y="770464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5C7A9E">
              <a:alpha val="14902"/>
            </a:srgbClr>
          </a:solidFill>
          <a:ln w="8467">
            <a:solidFill>
              <a:srgbClr val="5C7A9E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72948" y="804333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35" name="Text 33"/>
          <p:cNvSpPr/>
          <p:nvPr/>
        </p:nvSpPr>
        <p:spPr>
          <a:xfrm>
            <a:off x="2011098" y="8017934"/>
            <a:ext cx="153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培训时长: 2小时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94011" y="7967134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5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548306" y="8043334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38" name="Text 36"/>
          <p:cNvSpPr/>
          <p:nvPr/>
        </p:nvSpPr>
        <p:spPr>
          <a:xfrm>
            <a:off x="7018206" y="8017934"/>
            <a:ext cx="1841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适合人群: 职场人士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293350" y="7967134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5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11863520" y="8043334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8666" y="-3969"/>
                </a:moveTo>
                <a:cubicBezTo>
                  <a:pt x="115639" y="-7045"/>
                  <a:pt x="111224" y="-8285"/>
                  <a:pt x="107057" y="-7144"/>
                </a:cubicBezTo>
                <a:cubicBezTo>
                  <a:pt x="102890" y="-6003"/>
                  <a:pt x="99665" y="-2778"/>
                  <a:pt x="98623" y="1389"/>
                </a:cubicBezTo>
                <a:lnTo>
                  <a:pt x="91033" y="31254"/>
                </a:lnTo>
                <a:cubicBezTo>
                  <a:pt x="90488" y="33437"/>
                  <a:pt x="88255" y="34727"/>
                  <a:pt x="86122" y="34082"/>
                </a:cubicBezTo>
                <a:lnTo>
                  <a:pt x="56455" y="25747"/>
                </a:lnTo>
                <a:cubicBezTo>
                  <a:pt x="52288" y="24557"/>
                  <a:pt x="47823" y="25747"/>
                  <a:pt x="44797" y="28773"/>
                </a:cubicBezTo>
                <a:cubicBezTo>
                  <a:pt x="41771" y="31800"/>
                  <a:pt x="40580" y="36264"/>
                  <a:pt x="41771" y="40432"/>
                </a:cubicBezTo>
                <a:lnTo>
                  <a:pt x="50155" y="70098"/>
                </a:lnTo>
                <a:cubicBezTo>
                  <a:pt x="50750" y="72231"/>
                  <a:pt x="49461" y="74464"/>
                  <a:pt x="47327" y="75009"/>
                </a:cubicBezTo>
                <a:lnTo>
                  <a:pt x="17413" y="82600"/>
                </a:lnTo>
                <a:cubicBezTo>
                  <a:pt x="13246" y="83641"/>
                  <a:pt x="9971" y="86916"/>
                  <a:pt x="8830" y="91083"/>
                </a:cubicBezTo>
                <a:cubicBezTo>
                  <a:pt x="7689" y="95250"/>
                  <a:pt x="8930" y="99665"/>
                  <a:pt x="12005" y="102691"/>
                </a:cubicBezTo>
                <a:lnTo>
                  <a:pt x="34082" y="124172"/>
                </a:lnTo>
                <a:cubicBezTo>
                  <a:pt x="35669" y="125710"/>
                  <a:pt x="35669" y="128290"/>
                  <a:pt x="34082" y="129877"/>
                </a:cubicBezTo>
                <a:lnTo>
                  <a:pt x="12055" y="151358"/>
                </a:lnTo>
                <a:cubicBezTo>
                  <a:pt x="8979" y="154384"/>
                  <a:pt x="7739" y="158800"/>
                  <a:pt x="8880" y="162967"/>
                </a:cubicBezTo>
                <a:cubicBezTo>
                  <a:pt x="10021" y="167134"/>
                  <a:pt x="13295" y="170359"/>
                  <a:pt x="17463" y="171450"/>
                </a:cubicBezTo>
                <a:lnTo>
                  <a:pt x="47327" y="179040"/>
                </a:lnTo>
                <a:cubicBezTo>
                  <a:pt x="49510" y="179586"/>
                  <a:pt x="50800" y="181818"/>
                  <a:pt x="50155" y="183952"/>
                </a:cubicBezTo>
                <a:lnTo>
                  <a:pt x="41771" y="213568"/>
                </a:lnTo>
                <a:cubicBezTo>
                  <a:pt x="40580" y="217736"/>
                  <a:pt x="41771" y="222200"/>
                  <a:pt x="44797" y="225227"/>
                </a:cubicBezTo>
                <a:cubicBezTo>
                  <a:pt x="47823" y="228253"/>
                  <a:pt x="52288" y="229443"/>
                  <a:pt x="56455" y="228253"/>
                </a:cubicBezTo>
                <a:lnTo>
                  <a:pt x="86122" y="219869"/>
                </a:lnTo>
                <a:cubicBezTo>
                  <a:pt x="88255" y="219273"/>
                  <a:pt x="90488" y="220563"/>
                  <a:pt x="91033" y="222696"/>
                </a:cubicBezTo>
                <a:lnTo>
                  <a:pt x="98623" y="252561"/>
                </a:lnTo>
                <a:cubicBezTo>
                  <a:pt x="99665" y="256729"/>
                  <a:pt x="102939" y="260003"/>
                  <a:pt x="107107" y="261144"/>
                </a:cubicBezTo>
                <a:cubicBezTo>
                  <a:pt x="111274" y="262285"/>
                  <a:pt x="115689" y="261045"/>
                  <a:pt x="118715" y="257969"/>
                </a:cubicBezTo>
                <a:lnTo>
                  <a:pt x="140196" y="235893"/>
                </a:lnTo>
                <a:cubicBezTo>
                  <a:pt x="141734" y="234305"/>
                  <a:pt x="144314" y="234305"/>
                  <a:pt x="145901" y="235893"/>
                </a:cubicBezTo>
                <a:lnTo>
                  <a:pt x="167332" y="257969"/>
                </a:lnTo>
                <a:cubicBezTo>
                  <a:pt x="170359" y="261045"/>
                  <a:pt x="174774" y="262285"/>
                  <a:pt x="178941" y="261144"/>
                </a:cubicBezTo>
                <a:cubicBezTo>
                  <a:pt x="183108" y="260003"/>
                  <a:pt x="186333" y="256729"/>
                  <a:pt x="187424" y="252561"/>
                </a:cubicBezTo>
                <a:lnTo>
                  <a:pt x="195014" y="222746"/>
                </a:lnTo>
                <a:cubicBezTo>
                  <a:pt x="195560" y="220563"/>
                  <a:pt x="197793" y="219273"/>
                  <a:pt x="199926" y="219918"/>
                </a:cubicBezTo>
                <a:lnTo>
                  <a:pt x="229592" y="228302"/>
                </a:lnTo>
                <a:cubicBezTo>
                  <a:pt x="233759" y="229493"/>
                  <a:pt x="238224" y="228302"/>
                  <a:pt x="241250" y="225276"/>
                </a:cubicBezTo>
                <a:cubicBezTo>
                  <a:pt x="244277" y="222250"/>
                  <a:pt x="245467" y="217785"/>
                  <a:pt x="244277" y="213618"/>
                </a:cubicBezTo>
                <a:lnTo>
                  <a:pt x="235893" y="183952"/>
                </a:lnTo>
                <a:cubicBezTo>
                  <a:pt x="235297" y="181818"/>
                  <a:pt x="236587" y="179586"/>
                  <a:pt x="238720" y="179040"/>
                </a:cubicBezTo>
                <a:lnTo>
                  <a:pt x="268585" y="171450"/>
                </a:lnTo>
                <a:cubicBezTo>
                  <a:pt x="272752" y="170408"/>
                  <a:pt x="276027" y="167134"/>
                  <a:pt x="277168" y="162967"/>
                </a:cubicBezTo>
                <a:cubicBezTo>
                  <a:pt x="278309" y="158800"/>
                  <a:pt x="277068" y="154335"/>
                  <a:pt x="273993" y="151358"/>
                </a:cubicBezTo>
                <a:lnTo>
                  <a:pt x="251916" y="129877"/>
                </a:lnTo>
                <a:cubicBezTo>
                  <a:pt x="250329" y="128339"/>
                  <a:pt x="250329" y="125760"/>
                  <a:pt x="251916" y="124172"/>
                </a:cubicBezTo>
                <a:lnTo>
                  <a:pt x="273993" y="102691"/>
                </a:lnTo>
                <a:cubicBezTo>
                  <a:pt x="277068" y="99665"/>
                  <a:pt x="278309" y="95250"/>
                  <a:pt x="277168" y="91083"/>
                </a:cubicBezTo>
                <a:cubicBezTo>
                  <a:pt x="276027" y="86916"/>
                  <a:pt x="272752" y="83691"/>
                  <a:pt x="268585" y="82600"/>
                </a:cubicBezTo>
                <a:lnTo>
                  <a:pt x="238720" y="75009"/>
                </a:lnTo>
                <a:cubicBezTo>
                  <a:pt x="236538" y="74464"/>
                  <a:pt x="235248" y="72231"/>
                  <a:pt x="235893" y="70098"/>
                </a:cubicBezTo>
                <a:lnTo>
                  <a:pt x="244277" y="40432"/>
                </a:lnTo>
                <a:cubicBezTo>
                  <a:pt x="245467" y="36264"/>
                  <a:pt x="244277" y="31800"/>
                  <a:pt x="241250" y="28773"/>
                </a:cubicBezTo>
                <a:cubicBezTo>
                  <a:pt x="238224" y="25747"/>
                  <a:pt x="233759" y="24557"/>
                  <a:pt x="229592" y="25747"/>
                </a:cubicBezTo>
                <a:lnTo>
                  <a:pt x="199926" y="34131"/>
                </a:lnTo>
                <a:cubicBezTo>
                  <a:pt x="197793" y="34727"/>
                  <a:pt x="195560" y="33437"/>
                  <a:pt x="195014" y="31304"/>
                </a:cubicBezTo>
                <a:lnTo>
                  <a:pt x="187424" y="1389"/>
                </a:lnTo>
                <a:cubicBezTo>
                  <a:pt x="186382" y="-2778"/>
                  <a:pt x="183108" y="-6052"/>
                  <a:pt x="178941" y="-7193"/>
                </a:cubicBezTo>
                <a:cubicBezTo>
                  <a:pt x="174774" y="-8334"/>
                  <a:pt x="170359" y="-7094"/>
                  <a:pt x="167332" y="-4018"/>
                </a:cubicBezTo>
                <a:lnTo>
                  <a:pt x="145852" y="18107"/>
                </a:lnTo>
                <a:cubicBezTo>
                  <a:pt x="144314" y="19695"/>
                  <a:pt x="141734" y="19695"/>
                  <a:pt x="140146" y="18107"/>
                </a:cubicBezTo>
                <a:lnTo>
                  <a:pt x="118666" y="-3969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41" name="Text 39"/>
          <p:cNvSpPr/>
          <p:nvPr/>
        </p:nvSpPr>
        <p:spPr>
          <a:xfrm>
            <a:off x="12317545" y="8017934"/>
            <a:ext cx="2501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培训目标: 效率提升300%+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o1.360tres.com/40dafadc753aff991c6d2162bf51072b0433179c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2024">
                  <a:alpha val="98000"/>
                </a:srgbClr>
              </a:gs>
              <a:gs pos="50000">
                <a:srgbClr val="1E2024">
                  <a:alpha val="90000"/>
                </a:srgbClr>
              </a:gs>
              <a:gs pos="100000">
                <a:srgbClr val="5C7A9E">
                  <a:alpha val="4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1540934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812800"/>
                </a:lnTo>
                <a:cubicBezTo>
                  <a:pt x="1016000" y="924949"/>
                  <a:pt x="924949" y="1016000"/>
                  <a:pt x="812800" y="1016000"/>
                </a:cubicBezTo>
                <a:lnTo>
                  <a:pt x="203200" y="1016000"/>
                </a:lnTo>
                <a:cubicBezTo>
                  <a:pt x="91051" y="1016000"/>
                  <a:pt x="0" y="924949"/>
                  <a:pt x="0" y="812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5" name="Text 2"/>
          <p:cNvSpPr/>
          <p:nvPr/>
        </p:nvSpPr>
        <p:spPr>
          <a:xfrm>
            <a:off x="778669" y="1794934"/>
            <a:ext cx="698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78000" y="2023534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7" name="Text 4"/>
          <p:cNvSpPr/>
          <p:nvPr/>
        </p:nvSpPr>
        <p:spPr>
          <a:xfrm>
            <a:off x="508000" y="3064934"/>
            <a:ext cx="81407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Word专业排版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4614334"/>
            <a:ext cx="787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文档结构化管理 · 高效编辑技巧 · 长文档处理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2233" y="5685367"/>
            <a:ext cx="2345267" cy="1913467"/>
          </a:xfrm>
          <a:custGeom>
            <a:avLst/>
            <a:gdLst/>
            <a:ahLst/>
            <a:cxnLst/>
            <a:rect l="l" t="t" r="r" b="b"/>
            <a:pathLst>
              <a:path w="2345267" h="1913467">
                <a:moveTo>
                  <a:pt x="152408" y="0"/>
                </a:moveTo>
                <a:lnTo>
                  <a:pt x="2192859" y="0"/>
                </a:lnTo>
                <a:cubicBezTo>
                  <a:pt x="2277031" y="0"/>
                  <a:pt x="2345267" y="68235"/>
                  <a:pt x="2345267" y="152408"/>
                </a:cubicBezTo>
                <a:lnTo>
                  <a:pt x="2345267" y="1761059"/>
                </a:lnTo>
                <a:cubicBezTo>
                  <a:pt x="2345267" y="1845231"/>
                  <a:pt x="2277031" y="1913467"/>
                  <a:pt x="2192859" y="1913467"/>
                </a:cubicBezTo>
                <a:lnTo>
                  <a:pt x="152408" y="1913467"/>
                </a:lnTo>
                <a:cubicBezTo>
                  <a:pt x="68235" y="1913467"/>
                  <a:pt x="0" y="1845231"/>
                  <a:pt x="0" y="17610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2067" y="5994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2875" y="47625"/>
                </a:moveTo>
                <a:cubicBezTo>
                  <a:pt x="142875" y="34454"/>
                  <a:pt x="153516" y="23812"/>
                  <a:pt x="166688" y="23812"/>
                </a:cubicBezTo>
                <a:lnTo>
                  <a:pt x="214313" y="23812"/>
                </a:lnTo>
                <a:cubicBezTo>
                  <a:pt x="227484" y="23812"/>
                  <a:pt x="238125" y="34454"/>
                  <a:pt x="238125" y="47625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208359" y="119063"/>
                </a:lnTo>
                <a:lnTo>
                  <a:pt x="208359" y="166688"/>
                </a:lnTo>
                <a:lnTo>
                  <a:pt x="297656" y="166688"/>
                </a:lnTo>
                <a:cubicBezTo>
                  <a:pt x="327273" y="166688"/>
                  <a:pt x="351234" y="190649"/>
                  <a:pt x="351234" y="220266"/>
                </a:cubicBezTo>
                <a:lnTo>
                  <a:pt x="351234" y="261938"/>
                </a:lnTo>
                <a:lnTo>
                  <a:pt x="357188" y="261938"/>
                </a:lnTo>
                <a:cubicBezTo>
                  <a:pt x="370359" y="261938"/>
                  <a:pt x="381000" y="272579"/>
                  <a:pt x="381000" y="285750"/>
                </a:cubicBezTo>
                <a:lnTo>
                  <a:pt x="381000" y="333375"/>
                </a:lnTo>
                <a:cubicBezTo>
                  <a:pt x="381000" y="346546"/>
                  <a:pt x="370359" y="357188"/>
                  <a:pt x="357188" y="357188"/>
                </a:cubicBezTo>
                <a:lnTo>
                  <a:pt x="309563" y="357188"/>
                </a:lnTo>
                <a:cubicBezTo>
                  <a:pt x="296391" y="357188"/>
                  <a:pt x="285750" y="346546"/>
                  <a:pt x="285750" y="333375"/>
                </a:cubicBezTo>
                <a:lnTo>
                  <a:pt x="285750" y="285750"/>
                </a:lnTo>
                <a:cubicBezTo>
                  <a:pt x="285750" y="272579"/>
                  <a:pt x="296391" y="261938"/>
                  <a:pt x="309563" y="261938"/>
                </a:cubicBezTo>
                <a:lnTo>
                  <a:pt x="315516" y="261938"/>
                </a:lnTo>
                <a:lnTo>
                  <a:pt x="315516" y="220266"/>
                </a:lnTo>
                <a:cubicBezTo>
                  <a:pt x="315516" y="210369"/>
                  <a:pt x="307553" y="202406"/>
                  <a:pt x="297656" y="202406"/>
                </a:cubicBezTo>
                <a:lnTo>
                  <a:pt x="208359" y="202406"/>
                </a:lnTo>
                <a:lnTo>
                  <a:pt x="208359" y="261938"/>
                </a:lnTo>
                <a:lnTo>
                  <a:pt x="214313" y="261938"/>
                </a:lnTo>
                <a:cubicBezTo>
                  <a:pt x="227484" y="261938"/>
                  <a:pt x="238125" y="272579"/>
                  <a:pt x="238125" y="285750"/>
                </a:cubicBezTo>
                <a:lnTo>
                  <a:pt x="238125" y="333375"/>
                </a:lnTo>
                <a:cubicBezTo>
                  <a:pt x="238125" y="346546"/>
                  <a:pt x="227484" y="357188"/>
                  <a:pt x="214313" y="357188"/>
                </a:cubicBezTo>
                <a:lnTo>
                  <a:pt x="166688" y="357188"/>
                </a:lnTo>
                <a:cubicBezTo>
                  <a:pt x="153516" y="357188"/>
                  <a:pt x="142875" y="346546"/>
                  <a:pt x="142875" y="333375"/>
                </a:cubicBezTo>
                <a:lnTo>
                  <a:pt x="142875" y="285750"/>
                </a:lnTo>
                <a:cubicBezTo>
                  <a:pt x="142875" y="272579"/>
                  <a:pt x="153516" y="261938"/>
                  <a:pt x="166688" y="261938"/>
                </a:cubicBezTo>
                <a:lnTo>
                  <a:pt x="172641" y="261938"/>
                </a:lnTo>
                <a:lnTo>
                  <a:pt x="172641" y="202406"/>
                </a:lnTo>
                <a:lnTo>
                  <a:pt x="83344" y="202406"/>
                </a:lnTo>
                <a:cubicBezTo>
                  <a:pt x="73447" y="202406"/>
                  <a:pt x="65484" y="210369"/>
                  <a:pt x="65484" y="220266"/>
                </a:cubicBezTo>
                <a:lnTo>
                  <a:pt x="65484" y="261938"/>
                </a:lnTo>
                <a:lnTo>
                  <a:pt x="71438" y="261938"/>
                </a:lnTo>
                <a:cubicBezTo>
                  <a:pt x="84609" y="261938"/>
                  <a:pt x="95250" y="272579"/>
                  <a:pt x="95250" y="285750"/>
                </a:cubicBezTo>
                <a:lnTo>
                  <a:pt x="95250" y="333375"/>
                </a:lnTo>
                <a:cubicBezTo>
                  <a:pt x="95250" y="346546"/>
                  <a:pt x="84609" y="357188"/>
                  <a:pt x="71438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285750"/>
                </a:lnTo>
                <a:cubicBezTo>
                  <a:pt x="0" y="272579"/>
                  <a:pt x="10641" y="261938"/>
                  <a:pt x="23812" y="261938"/>
                </a:cubicBezTo>
                <a:lnTo>
                  <a:pt x="29766" y="261938"/>
                </a:lnTo>
                <a:lnTo>
                  <a:pt x="29766" y="220266"/>
                </a:lnTo>
                <a:cubicBezTo>
                  <a:pt x="29766" y="190649"/>
                  <a:pt x="53727" y="166688"/>
                  <a:pt x="83344" y="166688"/>
                </a:cubicBezTo>
                <a:lnTo>
                  <a:pt x="172641" y="166688"/>
                </a:lnTo>
                <a:lnTo>
                  <a:pt x="172641" y="119063"/>
                </a:lnTo>
                <a:lnTo>
                  <a:pt x="166688" y="119063"/>
                </a:lnTo>
                <a:cubicBezTo>
                  <a:pt x="153516" y="119063"/>
                  <a:pt x="142875" y="108421"/>
                  <a:pt x="142875" y="95250"/>
                </a:cubicBezTo>
                <a:lnTo>
                  <a:pt x="142875" y="47625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11" name="Text 8"/>
          <p:cNvSpPr/>
          <p:nvPr/>
        </p:nvSpPr>
        <p:spPr>
          <a:xfrm>
            <a:off x="821267" y="6527800"/>
            <a:ext cx="185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样式功能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1267" y="6985000"/>
            <a:ext cx="182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文档结构化管理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173677" y="5685367"/>
            <a:ext cx="2345267" cy="1913467"/>
          </a:xfrm>
          <a:custGeom>
            <a:avLst/>
            <a:gdLst/>
            <a:ahLst/>
            <a:cxnLst/>
            <a:rect l="l" t="t" r="r" b="b"/>
            <a:pathLst>
              <a:path w="2345267" h="1913467">
                <a:moveTo>
                  <a:pt x="152408" y="0"/>
                </a:moveTo>
                <a:lnTo>
                  <a:pt x="2192859" y="0"/>
                </a:lnTo>
                <a:cubicBezTo>
                  <a:pt x="2277031" y="0"/>
                  <a:pt x="2345267" y="68235"/>
                  <a:pt x="2345267" y="152408"/>
                </a:cubicBezTo>
                <a:lnTo>
                  <a:pt x="2345267" y="1761059"/>
                </a:lnTo>
                <a:cubicBezTo>
                  <a:pt x="2345267" y="1845231"/>
                  <a:pt x="2277031" y="1913467"/>
                  <a:pt x="2192859" y="1913467"/>
                </a:cubicBezTo>
                <a:lnTo>
                  <a:pt x="152408" y="1913467"/>
                </a:lnTo>
                <a:cubicBezTo>
                  <a:pt x="68235" y="1913467"/>
                  <a:pt x="0" y="1845231"/>
                  <a:pt x="0" y="17610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33511" y="5994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5" name="Text 12"/>
          <p:cNvSpPr/>
          <p:nvPr/>
        </p:nvSpPr>
        <p:spPr>
          <a:xfrm>
            <a:off x="3482711" y="6527800"/>
            <a:ext cx="185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查找替换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82711" y="6985000"/>
            <a:ext cx="182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高效编辑技巧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835121" y="5685367"/>
            <a:ext cx="2345267" cy="1913467"/>
          </a:xfrm>
          <a:custGeom>
            <a:avLst/>
            <a:gdLst/>
            <a:ahLst/>
            <a:cxnLst/>
            <a:rect l="l" t="t" r="r" b="b"/>
            <a:pathLst>
              <a:path w="2345267" h="1913467">
                <a:moveTo>
                  <a:pt x="152408" y="0"/>
                </a:moveTo>
                <a:lnTo>
                  <a:pt x="2192859" y="0"/>
                </a:lnTo>
                <a:cubicBezTo>
                  <a:pt x="2277031" y="0"/>
                  <a:pt x="2345267" y="68235"/>
                  <a:pt x="2345267" y="152408"/>
                </a:cubicBezTo>
                <a:lnTo>
                  <a:pt x="2345267" y="1761059"/>
                </a:lnTo>
                <a:cubicBezTo>
                  <a:pt x="2345267" y="1845231"/>
                  <a:pt x="2277031" y="1913467"/>
                  <a:pt x="2192859" y="1913467"/>
                </a:cubicBezTo>
                <a:lnTo>
                  <a:pt x="152408" y="1913467"/>
                </a:lnTo>
                <a:cubicBezTo>
                  <a:pt x="68235" y="1913467"/>
                  <a:pt x="0" y="1845231"/>
                  <a:pt x="0" y="17610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4954" y="5994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53578"/>
                </a:moveTo>
                <a:cubicBezTo>
                  <a:pt x="0" y="43755"/>
                  <a:pt x="7962" y="35719"/>
                  <a:pt x="17859" y="35719"/>
                </a:cubicBezTo>
                <a:lnTo>
                  <a:pt x="53578" y="35719"/>
                </a:lnTo>
                <a:cubicBezTo>
                  <a:pt x="63475" y="35719"/>
                  <a:pt x="71438" y="43681"/>
                  <a:pt x="71438" y="53578"/>
                </a:cubicBezTo>
                <a:lnTo>
                  <a:pt x="71438" y="130969"/>
                </a:lnTo>
                <a:lnTo>
                  <a:pt x="89297" y="130969"/>
                </a:lnTo>
                <a:cubicBezTo>
                  <a:pt x="99194" y="130969"/>
                  <a:pt x="107156" y="138931"/>
                  <a:pt x="107156" y="148828"/>
                </a:cubicBezTo>
                <a:cubicBezTo>
                  <a:pt x="107156" y="158725"/>
                  <a:pt x="99194" y="166688"/>
                  <a:pt x="89297" y="166688"/>
                </a:cubicBezTo>
                <a:lnTo>
                  <a:pt x="17859" y="166688"/>
                </a:lnTo>
                <a:cubicBezTo>
                  <a:pt x="7962" y="166688"/>
                  <a:pt x="0" y="158725"/>
                  <a:pt x="0" y="148828"/>
                </a:cubicBezTo>
                <a:cubicBezTo>
                  <a:pt x="0" y="138931"/>
                  <a:pt x="7962" y="130969"/>
                  <a:pt x="17859" y="130969"/>
                </a:cubicBezTo>
                <a:lnTo>
                  <a:pt x="35719" y="130969"/>
                </a:lnTo>
                <a:lnTo>
                  <a:pt x="35719" y="71438"/>
                </a:lnTo>
                <a:lnTo>
                  <a:pt x="17859" y="71438"/>
                </a:lnTo>
                <a:cubicBezTo>
                  <a:pt x="7962" y="71438"/>
                  <a:pt x="0" y="63475"/>
                  <a:pt x="0" y="53578"/>
                </a:cubicBezTo>
                <a:close/>
                <a:moveTo>
                  <a:pt x="22622" y="224135"/>
                </a:moveTo>
                <a:cubicBezTo>
                  <a:pt x="31105" y="217736"/>
                  <a:pt x="41449" y="214313"/>
                  <a:pt x="52090" y="214313"/>
                </a:cubicBezTo>
                <a:lnTo>
                  <a:pt x="55736" y="214313"/>
                </a:lnTo>
                <a:cubicBezTo>
                  <a:pt x="80814" y="214313"/>
                  <a:pt x="101203" y="234702"/>
                  <a:pt x="101203" y="259779"/>
                </a:cubicBezTo>
                <a:cubicBezTo>
                  <a:pt x="101203" y="274365"/>
                  <a:pt x="94208" y="287982"/>
                  <a:pt x="82451" y="296540"/>
                </a:cubicBezTo>
                <a:lnTo>
                  <a:pt x="64591" y="309563"/>
                </a:lnTo>
                <a:lnTo>
                  <a:pt x="89297" y="309563"/>
                </a:lnTo>
                <a:cubicBezTo>
                  <a:pt x="99194" y="309563"/>
                  <a:pt x="107156" y="317525"/>
                  <a:pt x="107156" y="327422"/>
                </a:cubicBezTo>
                <a:cubicBezTo>
                  <a:pt x="107156" y="337319"/>
                  <a:pt x="99194" y="345281"/>
                  <a:pt x="89297" y="345281"/>
                </a:cubicBezTo>
                <a:lnTo>
                  <a:pt x="21803" y="345281"/>
                </a:lnTo>
                <a:cubicBezTo>
                  <a:pt x="9748" y="345281"/>
                  <a:pt x="0" y="335533"/>
                  <a:pt x="0" y="323478"/>
                </a:cubicBezTo>
                <a:cubicBezTo>
                  <a:pt x="0" y="316483"/>
                  <a:pt x="3349" y="309935"/>
                  <a:pt x="9004" y="305842"/>
                </a:cubicBezTo>
                <a:lnTo>
                  <a:pt x="61466" y="267667"/>
                </a:lnTo>
                <a:cubicBezTo>
                  <a:pt x="63996" y="265807"/>
                  <a:pt x="65484" y="262905"/>
                  <a:pt x="65484" y="259779"/>
                </a:cubicBezTo>
                <a:cubicBezTo>
                  <a:pt x="65484" y="254422"/>
                  <a:pt x="61094" y="250031"/>
                  <a:pt x="55736" y="250031"/>
                </a:cubicBezTo>
                <a:lnTo>
                  <a:pt x="52090" y="250031"/>
                </a:lnTo>
                <a:cubicBezTo>
                  <a:pt x="49188" y="250031"/>
                  <a:pt x="46360" y="250999"/>
                  <a:pt x="44053" y="252710"/>
                </a:cubicBezTo>
                <a:lnTo>
                  <a:pt x="28575" y="264319"/>
                </a:lnTo>
                <a:cubicBezTo>
                  <a:pt x="20687" y="270272"/>
                  <a:pt x="9525" y="268635"/>
                  <a:pt x="3572" y="260747"/>
                </a:cubicBezTo>
                <a:cubicBezTo>
                  <a:pt x="-2381" y="252859"/>
                  <a:pt x="-744" y="241697"/>
                  <a:pt x="7144" y="235744"/>
                </a:cubicBezTo>
                <a:lnTo>
                  <a:pt x="22622" y="224135"/>
                </a:lnTo>
                <a:close/>
                <a:moveTo>
                  <a:pt x="166688" y="47625"/>
                </a:moveTo>
                <a:lnTo>
                  <a:pt x="357188" y="47625"/>
                </a:lnTo>
                <a:cubicBezTo>
                  <a:pt x="370359" y="47625"/>
                  <a:pt x="381000" y="58266"/>
                  <a:pt x="381000" y="71438"/>
                </a:cubicBezTo>
                <a:cubicBezTo>
                  <a:pt x="381000" y="84609"/>
                  <a:pt x="370359" y="95250"/>
                  <a:pt x="357188" y="95250"/>
                </a:cubicBezTo>
                <a:lnTo>
                  <a:pt x="166688" y="95250"/>
                </a:lnTo>
                <a:cubicBezTo>
                  <a:pt x="153516" y="95250"/>
                  <a:pt x="142875" y="84609"/>
                  <a:pt x="142875" y="71438"/>
                </a:cubicBezTo>
                <a:cubicBezTo>
                  <a:pt x="142875" y="58266"/>
                  <a:pt x="153516" y="47625"/>
                  <a:pt x="166688" y="47625"/>
                </a:cubicBezTo>
                <a:close/>
                <a:moveTo>
                  <a:pt x="166688" y="166688"/>
                </a:moveTo>
                <a:lnTo>
                  <a:pt x="357188" y="166688"/>
                </a:lnTo>
                <a:cubicBezTo>
                  <a:pt x="370359" y="166688"/>
                  <a:pt x="381000" y="177329"/>
                  <a:pt x="381000" y="190500"/>
                </a:cubicBezTo>
                <a:cubicBezTo>
                  <a:pt x="381000" y="203671"/>
                  <a:pt x="370359" y="214313"/>
                  <a:pt x="357188" y="214313"/>
                </a:cubicBezTo>
                <a:lnTo>
                  <a:pt x="166688" y="214313"/>
                </a:lnTo>
                <a:cubicBezTo>
                  <a:pt x="153516" y="214313"/>
                  <a:pt x="142875" y="203671"/>
                  <a:pt x="142875" y="190500"/>
                </a:cubicBezTo>
                <a:cubicBezTo>
                  <a:pt x="142875" y="177329"/>
                  <a:pt x="153516" y="166688"/>
                  <a:pt x="166688" y="166688"/>
                </a:cubicBezTo>
                <a:close/>
                <a:moveTo>
                  <a:pt x="166688" y="285750"/>
                </a:moveTo>
                <a:lnTo>
                  <a:pt x="357188" y="285750"/>
                </a:lnTo>
                <a:cubicBezTo>
                  <a:pt x="370359" y="285750"/>
                  <a:pt x="381000" y="296391"/>
                  <a:pt x="381000" y="309563"/>
                </a:cubicBezTo>
                <a:cubicBezTo>
                  <a:pt x="381000" y="322734"/>
                  <a:pt x="370359" y="333375"/>
                  <a:pt x="357188" y="333375"/>
                </a:cubicBezTo>
                <a:lnTo>
                  <a:pt x="166688" y="333375"/>
                </a:lnTo>
                <a:cubicBezTo>
                  <a:pt x="153516" y="333375"/>
                  <a:pt x="142875" y="322734"/>
                  <a:pt x="142875" y="309563"/>
                </a:cubicBezTo>
                <a:cubicBezTo>
                  <a:pt x="142875" y="296391"/>
                  <a:pt x="153516" y="285750"/>
                  <a:pt x="166688" y="28575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9" name="Text 16"/>
          <p:cNvSpPr/>
          <p:nvPr/>
        </p:nvSpPr>
        <p:spPr>
          <a:xfrm>
            <a:off x="6144154" y="6527800"/>
            <a:ext cx="185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自动目录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44154" y="6985000"/>
            <a:ext cx="182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长文档处理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WORD CORE TECHNIQUES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Word核心技巧三部曲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233" y="1731433"/>
            <a:ext cx="4897967" cy="5939367"/>
          </a:xfrm>
          <a:custGeom>
            <a:avLst/>
            <a:gdLst/>
            <a:ahLst/>
            <a:cxnLst/>
            <a:rect l="l" t="t" r="r" b="b"/>
            <a:pathLst>
              <a:path w="4897967" h="5939367">
                <a:moveTo>
                  <a:pt x="152376" y="0"/>
                </a:moveTo>
                <a:lnTo>
                  <a:pt x="4745591" y="0"/>
                </a:lnTo>
                <a:cubicBezTo>
                  <a:pt x="4829746" y="0"/>
                  <a:pt x="4897967" y="68221"/>
                  <a:pt x="4897967" y="152376"/>
                </a:cubicBezTo>
                <a:lnTo>
                  <a:pt x="4897967" y="5786991"/>
                </a:lnTo>
                <a:cubicBezTo>
                  <a:pt x="4897967" y="5871146"/>
                  <a:pt x="4829746" y="5939367"/>
                  <a:pt x="4745591" y="5939367"/>
                </a:cubicBezTo>
                <a:lnTo>
                  <a:pt x="152376" y="5939367"/>
                </a:lnTo>
                <a:cubicBezTo>
                  <a:pt x="68221" y="5939367"/>
                  <a:pt x="0" y="5871146"/>
                  <a:pt x="0" y="5786991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467" y="198966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6" name="Shape 4"/>
          <p:cNvSpPr/>
          <p:nvPr/>
        </p:nvSpPr>
        <p:spPr>
          <a:xfrm>
            <a:off x="973667" y="219286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7232" y="7263"/>
                </a:moveTo>
                <a:lnTo>
                  <a:pt x="184725" y="59769"/>
                </a:lnTo>
                <a:lnTo>
                  <a:pt x="245031" y="120075"/>
                </a:lnTo>
                <a:lnTo>
                  <a:pt x="297537" y="67568"/>
                </a:lnTo>
                <a:cubicBezTo>
                  <a:pt x="302181" y="62865"/>
                  <a:pt x="304800" y="56555"/>
                  <a:pt x="304800" y="50006"/>
                </a:cubicBezTo>
                <a:cubicBezTo>
                  <a:pt x="304800" y="43458"/>
                  <a:pt x="302181" y="37148"/>
                  <a:pt x="297537" y="32445"/>
                </a:cubicBezTo>
                <a:lnTo>
                  <a:pt x="272355" y="7263"/>
                </a:lnTo>
                <a:cubicBezTo>
                  <a:pt x="267653" y="2619"/>
                  <a:pt x="261342" y="0"/>
                  <a:pt x="254794" y="0"/>
                </a:cubicBezTo>
                <a:cubicBezTo>
                  <a:pt x="248245" y="0"/>
                  <a:pt x="241935" y="2619"/>
                  <a:pt x="237232" y="7263"/>
                </a:cubicBezTo>
                <a:close/>
                <a:moveTo>
                  <a:pt x="164544" y="79950"/>
                </a:moveTo>
                <a:lnTo>
                  <a:pt x="7263" y="237232"/>
                </a:lnTo>
                <a:cubicBezTo>
                  <a:pt x="2619" y="241935"/>
                  <a:pt x="0" y="248245"/>
                  <a:pt x="0" y="254794"/>
                </a:cubicBezTo>
                <a:cubicBezTo>
                  <a:pt x="0" y="261342"/>
                  <a:pt x="2619" y="267653"/>
                  <a:pt x="7263" y="272355"/>
                </a:cubicBezTo>
                <a:lnTo>
                  <a:pt x="32445" y="297537"/>
                </a:lnTo>
                <a:cubicBezTo>
                  <a:pt x="37148" y="302181"/>
                  <a:pt x="43458" y="304800"/>
                  <a:pt x="50006" y="304800"/>
                </a:cubicBezTo>
                <a:cubicBezTo>
                  <a:pt x="56555" y="304800"/>
                  <a:pt x="62865" y="302181"/>
                  <a:pt x="67568" y="297537"/>
                </a:cubicBezTo>
                <a:lnTo>
                  <a:pt x="224850" y="140256"/>
                </a:lnTo>
                <a:lnTo>
                  <a:pt x="164544" y="799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634067" y="2040468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样式功能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34067" y="2396068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文档结构化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0467" y="2904068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22867" y="30564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革命性意义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2867" y="3513668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一键统一全文格式，告别手动逐段调整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0467" y="4199468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22867" y="43518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多级列表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2867" y="4809068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自动化编号，智能识别层级关系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0467" y="5494868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922867" y="56472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导航窗格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2867" y="6104468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文档大纲视图，快速定位章节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0467" y="6794501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3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770467" y="7052735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1680" y="7001935"/>
            <a:ext cx="96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80%+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76900" y="1731433"/>
            <a:ext cx="4897967" cy="5939367"/>
          </a:xfrm>
          <a:custGeom>
            <a:avLst/>
            <a:gdLst/>
            <a:ahLst/>
            <a:cxnLst/>
            <a:rect l="l" t="t" r="r" b="b"/>
            <a:pathLst>
              <a:path w="4897967" h="5939367">
                <a:moveTo>
                  <a:pt x="152376" y="0"/>
                </a:moveTo>
                <a:lnTo>
                  <a:pt x="4745591" y="0"/>
                </a:lnTo>
                <a:cubicBezTo>
                  <a:pt x="4829746" y="0"/>
                  <a:pt x="4897967" y="68221"/>
                  <a:pt x="4897967" y="152376"/>
                </a:cubicBezTo>
                <a:lnTo>
                  <a:pt x="4897967" y="5786991"/>
                </a:lnTo>
                <a:cubicBezTo>
                  <a:pt x="4897967" y="5871146"/>
                  <a:pt x="4829746" y="5939367"/>
                  <a:pt x="4745591" y="5939367"/>
                </a:cubicBezTo>
                <a:lnTo>
                  <a:pt x="152376" y="5939367"/>
                </a:lnTo>
                <a:cubicBezTo>
                  <a:pt x="68221" y="5939367"/>
                  <a:pt x="0" y="5871146"/>
                  <a:pt x="0" y="5786991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E8A857">
                  <a:alpha val="30000"/>
                </a:srgbClr>
              </a:gs>
              <a:gs pos="100000">
                <a:srgbClr val="E8A857">
                  <a:alpha val="10000"/>
                </a:srgbClr>
              </a:gs>
            </a:gsLst>
            <a:lin ang="2700000" scaled="1"/>
          </a:gra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35133" y="198966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3" name="Shape 21"/>
          <p:cNvSpPr/>
          <p:nvPr/>
        </p:nvSpPr>
        <p:spPr>
          <a:xfrm>
            <a:off x="6138333" y="219286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66675"/>
                </a:moveTo>
                <a:cubicBezTo>
                  <a:pt x="115907" y="66675"/>
                  <a:pt x="109537" y="73045"/>
                  <a:pt x="109537" y="80962"/>
                </a:cubicBezTo>
                <a:lnTo>
                  <a:pt x="109537" y="109537"/>
                </a:lnTo>
                <a:lnTo>
                  <a:pt x="80962" y="109537"/>
                </a:lnTo>
                <a:cubicBezTo>
                  <a:pt x="73045" y="109537"/>
                  <a:pt x="66675" y="115907"/>
                  <a:pt x="66675" y="123825"/>
                </a:cubicBezTo>
                <a:cubicBezTo>
                  <a:pt x="66675" y="131743"/>
                  <a:pt x="73045" y="138113"/>
                  <a:pt x="80962" y="138113"/>
                </a:cubicBezTo>
                <a:lnTo>
                  <a:pt x="109537" y="138113"/>
                </a:lnTo>
                <a:lnTo>
                  <a:pt x="109537" y="166688"/>
                </a:lnTo>
                <a:cubicBezTo>
                  <a:pt x="109537" y="174605"/>
                  <a:pt x="115907" y="180975"/>
                  <a:pt x="123825" y="180975"/>
                </a:cubicBezTo>
                <a:cubicBezTo>
                  <a:pt x="131743" y="180975"/>
                  <a:pt x="138113" y="174605"/>
                  <a:pt x="138113" y="166688"/>
                </a:cubicBezTo>
                <a:lnTo>
                  <a:pt x="138113" y="138113"/>
                </a:lnTo>
                <a:lnTo>
                  <a:pt x="166688" y="138113"/>
                </a:lnTo>
                <a:cubicBezTo>
                  <a:pt x="174605" y="138113"/>
                  <a:pt x="180975" y="131743"/>
                  <a:pt x="180975" y="123825"/>
                </a:cubicBezTo>
                <a:cubicBezTo>
                  <a:pt x="180975" y="115907"/>
                  <a:pt x="174605" y="109537"/>
                  <a:pt x="166688" y="109537"/>
                </a:cubicBezTo>
                <a:lnTo>
                  <a:pt x="138113" y="109537"/>
                </a:lnTo>
                <a:lnTo>
                  <a:pt x="138113" y="80962"/>
                </a:lnTo>
                <a:cubicBezTo>
                  <a:pt x="138113" y="73045"/>
                  <a:pt x="131743" y="66675"/>
                  <a:pt x="123825" y="66675"/>
                </a:cubicBezTo>
                <a:close/>
              </a:path>
            </a:pathLst>
          </a:custGeom>
          <a:solidFill>
            <a:srgbClr val="1E2024"/>
          </a:solidFill>
        </p:spPr>
      </p:sp>
      <p:sp>
        <p:nvSpPr>
          <p:cNvPr id="24" name="Text 22"/>
          <p:cNvSpPr/>
          <p:nvPr/>
        </p:nvSpPr>
        <p:spPr>
          <a:xfrm>
            <a:off x="6798734" y="2040468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查找替换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8734" y="2396068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高效编辑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35133" y="2904068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087533" y="30564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高级应用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87533" y="3513668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批量修改格式、样式、特殊字符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35133" y="4199468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087533" y="43518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通配符魔法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87533" y="4809068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灵活匹配复杂文本模式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35133" y="5494868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087533" y="56472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格式刷管理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87533" y="6104468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双击锁定，跨段落复制样式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35133" y="6794501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E8A857">
              <a:alpha val="3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5935133" y="7052735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节省时间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513094" y="7001935"/>
            <a:ext cx="965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60%+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841567" y="1731433"/>
            <a:ext cx="4897967" cy="5939367"/>
          </a:xfrm>
          <a:custGeom>
            <a:avLst/>
            <a:gdLst/>
            <a:ahLst/>
            <a:cxnLst/>
            <a:rect l="l" t="t" r="r" b="b"/>
            <a:pathLst>
              <a:path w="4897967" h="5939367">
                <a:moveTo>
                  <a:pt x="152376" y="0"/>
                </a:moveTo>
                <a:lnTo>
                  <a:pt x="4745591" y="0"/>
                </a:lnTo>
                <a:cubicBezTo>
                  <a:pt x="4829746" y="0"/>
                  <a:pt x="4897967" y="68221"/>
                  <a:pt x="4897967" y="152376"/>
                </a:cubicBezTo>
                <a:lnTo>
                  <a:pt x="4897967" y="5786991"/>
                </a:lnTo>
                <a:cubicBezTo>
                  <a:pt x="4897967" y="5871146"/>
                  <a:pt x="4829746" y="5939367"/>
                  <a:pt x="4745591" y="5939367"/>
                </a:cubicBezTo>
                <a:lnTo>
                  <a:pt x="152376" y="5939367"/>
                </a:lnTo>
                <a:cubicBezTo>
                  <a:pt x="68221" y="5939367"/>
                  <a:pt x="0" y="5871146"/>
                  <a:pt x="0" y="5786991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99800" y="198966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40" name="Shape 38"/>
          <p:cNvSpPr/>
          <p:nvPr/>
        </p:nvSpPr>
        <p:spPr>
          <a:xfrm>
            <a:off x="11322050" y="219286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28600" y="304800"/>
                </a:moveTo>
                <a:lnTo>
                  <a:pt x="57150" y="304800"/>
                </a:lnTo>
                <a:cubicBezTo>
                  <a:pt x="25598" y="304800"/>
                  <a:pt x="0" y="279202"/>
                  <a:pt x="0" y="247650"/>
                </a:cubicBezTo>
                <a:lnTo>
                  <a:pt x="0" y="57150"/>
                </a:lnTo>
                <a:cubicBezTo>
                  <a:pt x="0" y="25598"/>
                  <a:pt x="25598" y="0"/>
                  <a:pt x="57150" y="0"/>
                </a:cubicBezTo>
                <a:lnTo>
                  <a:pt x="238125" y="0"/>
                </a:lnTo>
                <a:cubicBezTo>
                  <a:pt x="253901" y="0"/>
                  <a:pt x="266700" y="12799"/>
                  <a:pt x="266700" y="28575"/>
                </a:cubicBezTo>
                <a:lnTo>
                  <a:pt x="266700" y="200025"/>
                </a:lnTo>
                <a:cubicBezTo>
                  <a:pt x="266700" y="212467"/>
                  <a:pt x="258723" y="223064"/>
                  <a:pt x="247650" y="226993"/>
                </a:cubicBezTo>
                <a:lnTo>
                  <a:pt x="247650" y="266700"/>
                </a:lnTo>
                <a:cubicBezTo>
                  <a:pt x="258187" y="266700"/>
                  <a:pt x="266700" y="275213"/>
                  <a:pt x="266700" y="285750"/>
                </a:cubicBezTo>
                <a:cubicBezTo>
                  <a:pt x="266700" y="296287"/>
                  <a:pt x="258187" y="304800"/>
                  <a:pt x="247650" y="304800"/>
                </a:cubicBezTo>
                <a:lnTo>
                  <a:pt x="228600" y="304800"/>
                </a:lnTo>
                <a:close/>
                <a:moveTo>
                  <a:pt x="57150" y="228600"/>
                </a:moveTo>
                <a:cubicBezTo>
                  <a:pt x="46613" y="228600"/>
                  <a:pt x="38100" y="237113"/>
                  <a:pt x="38100" y="247650"/>
                </a:cubicBezTo>
                <a:cubicBezTo>
                  <a:pt x="38100" y="258187"/>
                  <a:pt x="46613" y="266700"/>
                  <a:pt x="57150" y="266700"/>
                </a:cubicBezTo>
                <a:lnTo>
                  <a:pt x="209550" y="266700"/>
                </a:lnTo>
                <a:lnTo>
                  <a:pt x="209550" y="228600"/>
                </a:lnTo>
                <a:lnTo>
                  <a:pt x="57150" y="228600"/>
                </a:lnTo>
                <a:close/>
                <a:moveTo>
                  <a:pt x="76200" y="90488"/>
                </a:moveTo>
                <a:cubicBezTo>
                  <a:pt x="76200" y="98405"/>
                  <a:pt x="82570" y="104775"/>
                  <a:pt x="90488" y="104775"/>
                </a:cubicBezTo>
                <a:lnTo>
                  <a:pt x="195263" y="104775"/>
                </a:lnTo>
                <a:cubicBezTo>
                  <a:pt x="203180" y="104775"/>
                  <a:pt x="209550" y="98405"/>
                  <a:pt x="209550" y="90488"/>
                </a:cubicBezTo>
                <a:cubicBezTo>
                  <a:pt x="209550" y="82570"/>
                  <a:pt x="203180" y="76200"/>
                  <a:pt x="195263" y="76200"/>
                </a:cubicBezTo>
                <a:lnTo>
                  <a:pt x="90488" y="76200"/>
                </a:lnTo>
                <a:cubicBezTo>
                  <a:pt x="82570" y="76200"/>
                  <a:pt x="76200" y="82570"/>
                  <a:pt x="76200" y="90488"/>
                </a:cubicBezTo>
                <a:close/>
                <a:moveTo>
                  <a:pt x="90488" y="133350"/>
                </a:moveTo>
                <a:cubicBezTo>
                  <a:pt x="82570" y="133350"/>
                  <a:pt x="76200" y="139720"/>
                  <a:pt x="76200" y="147638"/>
                </a:cubicBezTo>
                <a:cubicBezTo>
                  <a:pt x="76200" y="155555"/>
                  <a:pt x="82570" y="161925"/>
                  <a:pt x="90488" y="161925"/>
                </a:cubicBezTo>
                <a:lnTo>
                  <a:pt x="195263" y="161925"/>
                </a:lnTo>
                <a:cubicBezTo>
                  <a:pt x="203180" y="161925"/>
                  <a:pt x="209550" y="155555"/>
                  <a:pt x="209550" y="147638"/>
                </a:cubicBezTo>
                <a:cubicBezTo>
                  <a:pt x="209550" y="139720"/>
                  <a:pt x="203180" y="133350"/>
                  <a:pt x="195263" y="133350"/>
                </a:cubicBezTo>
                <a:lnTo>
                  <a:pt x="90488" y="1333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11963400" y="2040468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长文档处理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963400" y="2396068"/>
            <a:ext cx="1358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自动化管理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99800" y="2904068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11252200" y="30564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自动目录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252200" y="3513668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一键生成，自动更新页码和标题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099800" y="4199468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11252200" y="43518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分节设置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52200" y="4809068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不同章节独立页眉页脚格式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099800" y="5494868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11252200" y="56472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题注引用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252200" y="6104468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图表自动编号，交叉引用自动更新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99800" y="6794501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3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11099800" y="7052735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工作简化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703028" y="7001935"/>
            <a:ext cx="939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70%+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33400" y="7924800"/>
            <a:ext cx="15214600" cy="711200"/>
          </a:xfrm>
          <a:custGeom>
            <a:avLst/>
            <a:gdLst/>
            <a:ahLst/>
            <a:cxnLst/>
            <a:rect l="l" t="t" r="r" b="b"/>
            <a:pathLst>
              <a:path w="15214600" h="711200">
                <a:moveTo>
                  <a:pt x="0" y="0"/>
                </a:moveTo>
                <a:lnTo>
                  <a:pt x="15112998" y="0"/>
                </a:lnTo>
                <a:cubicBezTo>
                  <a:pt x="15169111" y="0"/>
                  <a:pt x="15214600" y="45489"/>
                  <a:pt x="15214600" y="101602"/>
                </a:cubicBezTo>
                <a:lnTo>
                  <a:pt x="15214600" y="609598"/>
                </a:lnTo>
                <a:cubicBezTo>
                  <a:pt x="15214600" y="665711"/>
                  <a:pt x="15169111" y="711200"/>
                  <a:pt x="15112998" y="711200"/>
                </a:cubicBez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>
              <a:alpha val="14902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533400" y="7924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57" name="Shape 55"/>
          <p:cNvSpPr/>
          <p:nvPr/>
        </p:nvSpPr>
        <p:spPr>
          <a:xfrm>
            <a:off x="838200" y="8128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58" name="Text 56"/>
          <p:cNvSpPr/>
          <p:nvPr/>
        </p:nvSpPr>
        <p:spPr>
          <a:xfrm>
            <a:off x="1295400" y="8128000"/>
            <a:ext cx="624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核心思维: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掌握样式即掌握文档结构,这是Word高效排版的第一性原理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kyubit.com/41356dc118f5317b4337672c0a3c7fb91830f6c6.png"/>
          <p:cNvPicPr>
            <a:picLocks noChangeAspect="1"/>
          </p:cNvPicPr>
          <p:nvPr/>
        </p:nvPicPr>
        <p:blipFill>
          <a:blip r:embed="rId1">
            <a:alphaModFix amt="30000"/>
          </a:blip>
          <a:srcRect t="6578" b="6578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2024">
                  <a:alpha val="98000"/>
                </a:srgbClr>
              </a:gs>
              <a:gs pos="50000">
                <a:srgbClr val="1E2024">
                  <a:alpha val="90000"/>
                </a:srgbClr>
              </a:gs>
              <a:gs pos="100000">
                <a:srgbClr val="E8A857">
                  <a:alpha val="4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1540935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812800"/>
                </a:lnTo>
                <a:cubicBezTo>
                  <a:pt x="1016000" y="924949"/>
                  <a:pt x="924949" y="1016000"/>
                  <a:pt x="812800" y="1016000"/>
                </a:cubicBezTo>
                <a:lnTo>
                  <a:pt x="203200" y="1016000"/>
                </a:lnTo>
                <a:cubicBezTo>
                  <a:pt x="91051" y="1016000"/>
                  <a:pt x="0" y="924949"/>
                  <a:pt x="0" y="812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5" name="Text 2"/>
          <p:cNvSpPr/>
          <p:nvPr/>
        </p:nvSpPr>
        <p:spPr>
          <a:xfrm>
            <a:off x="737261" y="1794935"/>
            <a:ext cx="787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E20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78000" y="2023535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7" name="Text 4"/>
          <p:cNvSpPr/>
          <p:nvPr/>
        </p:nvSpPr>
        <p:spPr>
          <a:xfrm>
            <a:off x="508000" y="3064935"/>
            <a:ext cx="85217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Excel数据处理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4614335"/>
            <a:ext cx="825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数据基础规范 · 核心函数实战 · 数据分析可视化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2233" y="5685369"/>
            <a:ext cx="2472267" cy="1913467"/>
          </a:xfrm>
          <a:custGeom>
            <a:avLst/>
            <a:gdLst/>
            <a:ahLst/>
            <a:cxnLst/>
            <a:rect l="l" t="t" r="r" b="b"/>
            <a:pathLst>
              <a:path w="2472267" h="1913467">
                <a:moveTo>
                  <a:pt x="152408" y="0"/>
                </a:moveTo>
                <a:lnTo>
                  <a:pt x="2319859" y="0"/>
                </a:lnTo>
                <a:cubicBezTo>
                  <a:pt x="2404031" y="0"/>
                  <a:pt x="2472267" y="68235"/>
                  <a:pt x="2472267" y="152408"/>
                </a:cubicBezTo>
                <a:lnTo>
                  <a:pt x="2472267" y="1761059"/>
                </a:lnTo>
                <a:cubicBezTo>
                  <a:pt x="2472267" y="1845231"/>
                  <a:pt x="2404031" y="1913467"/>
                  <a:pt x="2319859" y="1913467"/>
                </a:cubicBezTo>
                <a:lnTo>
                  <a:pt x="152408" y="1913467"/>
                </a:lnTo>
                <a:cubicBezTo>
                  <a:pt x="68235" y="1913467"/>
                  <a:pt x="0" y="1845231"/>
                  <a:pt x="0" y="17610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E8A857">
              <a:alpha val="20000"/>
            </a:srgbClr>
          </a:soli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5879" y="59944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90500" y="119063"/>
                </a:moveTo>
                <a:lnTo>
                  <a:pt x="190500" y="190500"/>
                </a:lnTo>
                <a:lnTo>
                  <a:pt x="285750" y="190500"/>
                </a:lnTo>
                <a:lnTo>
                  <a:pt x="285750" y="119063"/>
                </a:lnTo>
                <a:lnTo>
                  <a:pt x="190500" y="119063"/>
                </a:lnTo>
                <a:close/>
                <a:moveTo>
                  <a:pt x="142875" y="119063"/>
                </a:moveTo>
                <a:lnTo>
                  <a:pt x="47625" y="119063"/>
                </a:lnTo>
                <a:lnTo>
                  <a:pt x="47625" y="190500"/>
                </a:lnTo>
                <a:lnTo>
                  <a:pt x="142875" y="190500"/>
                </a:lnTo>
                <a:lnTo>
                  <a:pt x="142875" y="119063"/>
                </a:lnTo>
                <a:close/>
                <a:moveTo>
                  <a:pt x="0" y="238125"/>
                </a:moveTo>
                <a:lnTo>
                  <a:pt x="0" y="71438"/>
                </a:lnTo>
                <a:cubicBezTo>
                  <a:pt x="0" y="45169"/>
                  <a:pt x="21357" y="23812"/>
                  <a:pt x="47625" y="23812"/>
                </a:cubicBezTo>
                <a:lnTo>
                  <a:pt x="285750" y="23812"/>
                </a:lnTo>
                <a:cubicBezTo>
                  <a:pt x="312018" y="23812"/>
                  <a:pt x="333375" y="45169"/>
                  <a:pt x="333375" y="71438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238125"/>
                </a:lnTo>
                <a:close/>
                <a:moveTo>
                  <a:pt x="285750" y="238125"/>
                </a:moveTo>
                <a:lnTo>
                  <a:pt x="190500" y="238125"/>
                </a:lnTo>
                <a:lnTo>
                  <a:pt x="190500" y="309563"/>
                </a:lnTo>
                <a:lnTo>
                  <a:pt x="285750" y="309563"/>
                </a:lnTo>
                <a:lnTo>
                  <a:pt x="285750" y="238125"/>
                </a:lnTo>
                <a:close/>
                <a:moveTo>
                  <a:pt x="142875" y="309563"/>
                </a:moveTo>
                <a:lnTo>
                  <a:pt x="142875" y="238125"/>
                </a:lnTo>
                <a:lnTo>
                  <a:pt x="47625" y="238125"/>
                </a:lnTo>
                <a:lnTo>
                  <a:pt x="47625" y="309563"/>
                </a:lnTo>
                <a:lnTo>
                  <a:pt x="142875" y="309563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11" name="Text 8"/>
          <p:cNvSpPr/>
          <p:nvPr/>
        </p:nvSpPr>
        <p:spPr>
          <a:xfrm>
            <a:off x="821267" y="65278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数据规范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1267" y="6985000"/>
            <a:ext cx="1955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表格标准化设计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00677" y="5685369"/>
            <a:ext cx="2472267" cy="1913467"/>
          </a:xfrm>
          <a:custGeom>
            <a:avLst/>
            <a:gdLst/>
            <a:ahLst/>
            <a:cxnLst/>
            <a:rect l="l" t="t" r="r" b="b"/>
            <a:pathLst>
              <a:path w="2472267" h="1913467">
                <a:moveTo>
                  <a:pt x="152408" y="0"/>
                </a:moveTo>
                <a:lnTo>
                  <a:pt x="2319859" y="0"/>
                </a:lnTo>
                <a:cubicBezTo>
                  <a:pt x="2404031" y="0"/>
                  <a:pt x="2472267" y="68235"/>
                  <a:pt x="2472267" y="152408"/>
                </a:cubicBezTo>
                <a:lnTo>
                  <a:pt x="2472267" y="1761059"/>
                </a:lnTo>
                <a:cubicBezTo>
                  <a:pt x="2472267" y="1845231"/>
                  <a:pt x="2404031" y="1913467"/>
                  <a:pt x="2319859" y="1913467"/>
                </a:cubicBezTo>
                <a:lnTo>
                  <a:pt x="152408" y="1913467"/>
                </a:lnTo>
                <a:cubicBezTo>
                  <a:pt x="68235" y="1913467"/>
                  <a:pt x="0" y="1845231"/>
                  <a:pt x="0" y="17610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E8A857">
              <a:alpha val="20000"/>
            </a:srgbClr>
          </a:soli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08136" y="59944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47625" y="0"/>
                </a:moveTo>
                <a:cubicBezTo>
                  <a:pt x="21357" y="0"/>
                  <a:pt x="0" y="21357"/>
                  <a:pt x="0" y="47625"/>
                </a:cubicBezTo>
                <a:lnTo>
                  <a:pt x="0" y="333375"/>
                </a:lnTo>
                <a:cubicBezTo>
                  <a:pt x="0" y="359643"/>
                  <a:pt x="21357" y="381000"/>
                  <a:pt x="47625" y="381000"/>
                </a:cubicBezTo>
                <a:lnTo>
                  <a:pt x="238125" y="381000"/>
                </a:lnTo>
                <a:cubicBezTo>
                  <a:pt x="264393" y="381000"/>
                  <a:pt x="285750" y="359643"/>
                  <a:pt x="285750" y="333375"/>
                </a:cubicBezTo>
                <a:lnTo>
                  <a:pt x="285750" y="47625"/>
                </a:lnTo>
                <a:cubicBezTo>
                  <a:pt x="285750" y="21357"/>
                  <a:pt x="264393" y="0"/>
                  <a:pt x="238125" y="0"/>
                </a:cubicBezTo>
                <a:lnTo>
                  <a:pt x="47625" y="0"/>
                </a:lnTo>
                <a:close/>
                <a:moveTo>
                  <a:pt x="71438" y="47625"/>
                </a:moveTo>
                <a:lnTo>
                  <a:pt x="214313" y="47625"/>
                </a:lnTo>
                <a:cubicBezTo>
                  <a:pt x="227484" y="47625"/>
                  <a:pt x="238125" y="58266"/>
                  <a:pt x="238125" y="71438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71438" y="119063"/>
                </a:lnTo>
                <a:cubicBezTo>
                  <a:pt x="58266" y="119063"/>
                  <a:pt x="47625" y="108421"/>
                  <a:pt x="47625" y="95250"/>
                </a:cubicBezTo>
                <a:lnTo>
                  <a:pt x="47625" y="71438"/>
                </a:lnTo>
                <a:cubicBezTo>
                  <a:pt x="47625" y="58266"/>
                  <a:pt x="58266" y="47625"/>
                  <a:pt x="71438" y="47625"/>
                </a:cubicBezTo>
                <a:close/>
                <a:moveTo>
                  <a:pt x="83344" y="172641"/>
                </a:moveTo>
                <a:cubicBezTo>
                  <a:pt x="83344" y="182497"/>
                  <a:pt x="75341" y="190500"/>
                  <a:pt x="65484" y="190500"/>
                </a:cubicBezTo>
                <a:cubicBezTo>
                  <a:pt x="55628" y="190500"/>
                  <a:pt x="47625" y="182497"/>
                  <a:pt x="47625" y="172641"/>
                </a:cubicBezTo>
                <a:cubicBezTo>
                  <a:pt x="47625" y="162784"/>
                  <a:pt x="55628" y="154781"/>
                  <a:pt x="65484" y="154781"/>
                </a:cubicBezTo>
                <a:cubicBezTo>
                  <a:pt x="75341" y="154781"/>
                  <a:pt x="83344" y="162784"/>
                  <a:pt x="83344" y="172641"/>
                </a:cubicBezTo>
                <a:close/>
                <a:moveTo>
                  <a:pt x="142875" y="190500"/>
                </a:moveTo>
                <a:cubicBezTo>
                  <a:pt x="133018" y="190500"/>
                  <a:pt x="125016" y="182497"/>
                  <a:pt x="125016" y="172641"/>
                </a:cubicBezTo>
                <a:cubicBezTo>
                  <a:pt x="125016" y="162784"/>
                  <a:pt x="133018" y="154781"/>
                  <a:pt x="142875" y="154781"/>
                </a:cubicBezTo>
                <a:cubicBezTo>
                  <a:pt x="152732" y="154781"/>
                  <a:pt x="160734" y="162784"/>
                  <a:pt x="160734" y="172641"/>
                </a:cubicBezTo>
                <a:cubicBezTo>
                  <a:pt x="160734" y="182497"/>
                  <a:pt x="152732" y="190500"/>
                  <a:pt x="142875" y="190500"/>
                </a:cubicBezTo>
                <a:close/>
                <a:moveTo>
                  <a:pt x="238125" y="172641"/>
                </a:moveTo>
                <a:cubicBezTo>
                  <a:pt x="238125" y="182497"/>
                  <a:pt x="230122" y="190500"/>
                  <a:pt x="220266" y="190500"/>
                </a:cubicBezTo>
                <a:cubicBezTo>
                  <a:pt x="210409" y="190500"/>
                  <a:pt x="202406" y="182497"/>
                  <a:pt x="202406" y="172641"/>
                </a:cubicBezTo>
                <a:cubicBezTo>
                  <a:pt x="202406" y="162784"/>
                  <a:pt x="210409" y="154781"/>
                  <a:pt x="220266" y="154781"/>
                </a:cubicBezTo>
                <a:cubicBezTo>
                  <a:pt x="230122" y="154781"/>
                  <a:pt x="238125" y="162784"/>
                  <a:pt x="238125" y="172641"/>
                </a:cubicBezTo>
                <a:close/>
                <a:moveTo>
                  <a:pt x="65484" y="261938"/>
                </a:moveTo>
                <a:cubicBezTo>
                  <a:pt x="55628" y="261938"/>
                  <a:pt x="47625" y="253935"/>
                  <a:pt x="47625" y="244078"/>
                </a:cubicBezTo>
                <a:cubicBezTo>
                  <a:pt x="47625" y="234221"/>
                  <a:pt x="55628" y="226219"/>
                  <a:pt x="65484" y="226219"/>
                </a:cubicBezTo>
                <a:cubicBezTo>
                  <a:pt x="75341" y="226219"/>
                  <a:pt x="83344" y="234221"/>
                  <a:pt x="83344" y="244078"/>
                </a:cubicBezTo>
                <a:cubicBezTo>
                  <a:pt x="83344" y="253935"/>
                  <a:pt x="75341" y="261938"/>
                  <a:pt x="65484" y="261938"/>
                </a:cubicBezTo>
                <a:close/>
                <a:moveTo>
                  <a:pt x="160734" y="244078"/>
                </a:moveTo>
                <a:cubicBezTo>
                  <a:pt x="160734" y="253935"/>
                  <a:pt x="152732" y="261938"/>
                  <a:pt x="142875" y="261938"/>
                </a:cubicBezTo>
                <a:cubicBezTo>
                  <a:pt x="133018" y="261938"/>
                  <a:pt x="125016" y="253935"/>
                  <a:pt x="125016" y="244078"/>
                </a:cubicBezTo>
                <a:cubicBezTo>
                  <a:pt x="125016" y="234221"/>
                  <a:pt x="133018" y="226219"/>
                  <a:pt x="142875" y="226219"/>
                </a:cubicBezTo>
                <a:cubicBezTo>
                  <a:pt x="152732" y="226219"/>
                  <a:pt x="160734" y="234221"/>
                  <a:pt x="160734" y="244078"/>
                </a:cubicBezTo>
                <a:close/>
                <a:moveTo>
                  <a:pt x="220266" y="261938"/>
                </a:moveTo>
                <a:cubicBezTo>
                  <a:pt x="210409" y="261938"/>
                  <a:pt x="202406" y="253935"/>
                  <a:pt x="202406" y="244078"/>
                </a:cubicBezTo>
                <a:cubicBezTo>
                  <a:pt x="202406" y="234221"/>
                  <a:pt x="210409" y="226219"/>
                  <a:pt x="220266" y="226219"/>
                </a:cubicBezTo>
                <a:cubicBezTo>
                  <a:pt x="230122" y="226219"/>
                  <a:pt x="238125" y="234221"/>
                  <a:pt x="238125" y="244078"/>
                </a:cubicBezTo>
                <a:cubicBezTo>
                  <a:pt x="238125" y="253935"/>
                  <a:pt x="230122" y="261938"/>
                  <a:pt x="220266" y="261938"/>
                </a:cubicBezTo>
                <a:close/>
                <a:moveTo>
                  <a:pt x="47625" y="315516"/>
                </a:moveTo>
                <a:cubicBezTo>
                  <a:pt x="47625" y="305619"/>
                  <a:pt x="55587" y="297656"/>
                  <a:pt x="65484" y="297656"/>
                </a:cubicBezTo>
                <a:lnTo>
                  <a:pt x="148828" y="297656"/>
                </a:lnTo>
                <a:cubicBezTo>
                  <a:pt x="158725" y="297656"/>
                  <a:pt x="166688" y="305619"/>
                  <a:pt x="166688" y="315516"/>
                </a:cubicBezTo>
                <a:cubicBezTo>
                  <a:pt x="166688" y="325413"/>
                  <a:pt x="158725" y="333375"/>
                  <a:pt x="148828" y="333375"/>
                </a:cubicBezTo>
                <a:lnTo>
                  <a:pt x="65484" y="333375"/>
                </a:lnTo>
                <a:cubicBezTo>
                  <a:pt x="55587" y="333375"/>
                  <a:pt x="47625" y="325413"/>
                  <a:pt x="47625" y="315516"/>
                </a:cubicBezTo>
                <a:close/>
                <a:moveTo>
                  <a:pt x="220266" y="297656"/>
                </a:moveTo>
                <a:cubicBezTo>
                  <a:pt x="230163" y="297656"/>
                  <a:pt x="238125" y="305619"/>
                  <a:pt x="238125" y="315516"/>
                </a:cubicBezTo>
                <a:cubicBezTo>
                  <a:pt x="238125" y="325413"/>
                  <a:pt x="230163" y="333375"/>
                  <a:pt x="220266" y="333375"/>
                </a:cubicBezTo>
                <a:cubicBezTo>
                  <a:pt x="210369" y="333375"/>
                  <a:pt x="202406" y="325413"/>
                  <a:pt x="202406" y="315516"/>
                </a:cubicBezTo>
                <a:cubicBezTo>
                  <a:pt x="202406" y="305619"/>
                  <a:pt x="210369" y="297656"/>
                  <a:pt x="220266" y="297656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5" name="Text 12"/>
          <p:cNvSpPr/>
          <p:nvPr/>
        </p:nvSpPr>
        <p:spPr>
          <a:xfrm>
            <a:off x="3609711" y="65278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核心函数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09711" y="6985000"/>
            <a:ext cx="1955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实战技巧应用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89121" y="5685369"/>
            <a:ext cx="2472267" cy="1913467"/>
          </a:xfrm>
          <a:custGeom>
            <a:avLst/>
            <a:gdLst/>
            <a:ahLst/>
            <a:cxnLst/>
            <a:rect l="l" t="t" r="r" b="b"/>
            <a:pathLst>
              <a:path w="2472267" h="1913467">
                <a:moveTo>
                  <a:pt x="152408" y="0"/>
                </a:moveTo>
                <a:lnTo>
                  <a:pt x="2319859" y="0"/>
                </a:lnTo>
                <a:cubicBezTo>
                  <a:pt x="2404031" y="0"/>
                  <a:pt x="2472267" y="68235"/>
                  <a:pt x="2472267" y="152408"/>
                </a:cubicBezTo>
                <a:lnTo>
                  <a:pt x="2472267" y="1761059"/>
                </a:lnTo>
                <a:cubicBezTo>
                  <a:pt x="2472267" y="1845231"/>
                  <a:pt x="2404031" y="1913467"/>
                  <a:pt x="2319859" y="1913467"/>
                </a:cubicBezTo>
                <a:lnTo>
                  <a:pt x="152408" y="1913467"/>
                </a:lnTo>
                <a:cubicBezTo>
                  <a:pt x="68235" y="1913467"/>
                  <a:pt x="0" y="1845231"/>
                  <a:pt x="0" y="17610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E8A857">
              <a:alpha val="20000"/>
            </a:srgbClr>
          </a:soli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8954" y="5994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12" y="23812"/>
                </a:moveTo>
                <a:cubicBezTo>
                  <a:pt x="36984" y="23812"/>
                  <a:pt x="47625" y="34454"/>
                  <a:pt x="47625" y="47625"/>
                </a:cubicBezTo>
                <a:lnTo>
                  <a:pt x="47625" y="297656"/>
                </a:lnTo>
                <a:cubicBezTo>
                  <a:pt x="47625" y="304205"/>
                  <a:pt x="52983" y="309563"/>
                  <a:pt x="59531" y="309563"/>
                </a:cubicBezTo>
                <a:lnTo>
                  <a:pt x="357188" y="309563"/>
                </a:lnTo>
                <a:cubicBezTo>
                  <a:pt x="370359" y="309563"/>
                  <a:pt x="381000" y="320204"/>
                  <a:pt x="381000" y="333375"/>
                </a:cubicBezTo>
                <a:cubicBezTo>
                  <a:pt x="381000" y="346546"/>
                  <a:pt x="370359" y="357188"/>
                  <a:pt x="357188" y="357188"/>
                </a:cubicBezTo>
                <a:lnTo>
                  <a:pt x="59531" y="357188"/>
                </a:lnTo>
                <a:cubicBezTo>
                  <a:pt x="26640" y="357188"/>
                  <a:pt x="0" y="330547"/>
                  <a:pt x="0" y="297656"/>
                </a:cubicBezTo>
                <a:lnTo>
                  <a:pt x="0" y="47625"/>
                </a:lnTo>
                <a:cubicBezTo>
                  <a:pt x="0" y="34454"/>
                  <a:pt x="10641" y="23812"/>
                  <a:pt x="23812" y="23812"/>
                </a:cubicBezTo>
                <a:close/>
                <a:moveTo>
                  <a:pt x="95250" y="71438"/>
                </a:moveTo>
                <a:cubicBezTo>
                  <a:pt x="95250" y="58266"/>
                  <a:pt x="105891" y="47625"/>
                  <a:pt x="119063" y="47625"/>
                </a:cubicBezTo>
                <a:lnTo>
                  <a:pt x="261938" y="47625"/>
                </a:lnTo>
                <a:cubicBezTo>
                  <a:pt x="275109" y="47625"/>
                  <a:pt x="285750" y="58266"/>
                  <a:pt x="285750" y="71438"/>
                </a:cubicBezTo>
                <a:cubicBezTo>
                  <a:pt x="285750" y="84609"/>
                  <a:pt x="275109" y="95250"/>
                  <a:pt x="261938" y="95250"/>
                </a:cubicBezTo>
                <a:lnTo>
                  <a:pt x="119063" y="95250"/>
                </a:lnTo>
                <a:cubicBezTo>
                  <a:pt x="105891" y="95250"/>
                  <a:pt x="95250" y="84609"/>
                  <a:pt x="95250" y="71438"/>
                </a:cubicBezTo>
                <a:close/>
                <a:moveTo>
                  <a:pt x="119063" y="130969"/>
                </a:moveTo>
                <a:lnTo>
                  <a:pt x="214313" y="130969"/>
                </a:lnTo>
                <a:cubicBezTo>
                  <a:pt x="227484" y="130969"/>
                  <a:pt x="238125" y="141610"/>
                  <a:pt x="238125" y="154781"/>
                </a:cubicBezTo>
                <a:cubicBezTo>
                  <a:pt x="238125" y="167953"/>
                  <a:pt x="227484" y="178594"/>
                  <a:pt x="214313" y="178594"/>
                </a:cubicBezTo>
                <a:lnTo>
                  <a:pt x="119063" y="178594"/>
                </a:lnTo>
                <a:cubicBezTo>
                  <a:pt x="105891" y="178594"/>
                  <a:pt x="95250" y="167953"/>
                  <a:pt x="95250" y="154781"/>
                </a:cubicBezTo>
                <a:cubicBezTo>
                  <a:pt x="95250" y="141610"/>
                  <a:pt x="105891" y="130969"/>
                  <a:pt x="119063" y="130969"/>
                </a:cubicBezTo>
                <a:close/>
                <a:moveTo>
                  <a:pt x="119063" y="214313"/>
                </a:moveTo>
                <a:lnTo>
                  <a:pt x="309563" y="214313"/>
                </a:lnTo>
                <a:cubicBezTo>
                  <a:pt x="322734" y="214313"/>
                  <a:pt x="333375" y="224954"/>
                  <a:pt x="333375" y="238125"/>
                </a:cubicBezTo>
                <a:cubicBezTo>
                  <a:pt x="333375" y="251296"/>
                  <a:pt x="322734" y="261938"/>
                  <a:pt x="309563" y="261938"/>
                </a:cubicBezTo>
                <a:lnTo>
                  <a:pt x="119063" y="261938"/>
                </a:lnTo>
                <a:cubicBezTo>
                  <a:pt x="105891" y="261938"/>
                  <a:pt x="95250" y="251296"/>
                  <a:pt x="95250" y="238125"/>
                </a:cubicBezTo>
                <a:cubicBezTo>
                  <a:pt x="95250" y="224954"/>
                  <a:pt x="105891" y="214313"/>
                  <a:pt x="119063" y="214313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9" name="Text 16"/>
          <p:cNvSpPr/>
          <p:nvPr/>
        </p:nvSpPr>
        <p:spPr>
          <a:xfrm>
            <a:off x="6398154" y="65278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98154" y="6985000"/>
            <a:ext cx="1955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透视表与图表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EXCEL CORE FUNCTIONS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Excel核心函数实战应用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233" y="1731433"/>
            <a:ext cx="4897967" cy="6904567"/>
          </a:xfrm>
          <a:custGeom>
            <a:avLst/>
            <a:gdLst/>
            <a:ahLst/>
            <a:cxnLst/>
            <a:rect l="l" t="t" r="r" b="b"/>
            <a:pathLst>
              <a:path w="4897967" h="6904567">
                <a:moveTo>
                  <a:pt x="152376" y="0"/>
                </a:moveTo>
                <a:lnTo>
                  <a:pt x="4745591" y="0"/>
                </a:lnTo>
                <a:cubicBezTo>
                  <a:pt x="4829746" y="0"/>
                  <a:pt x="4897967" y="68221"/>
                  <a:pt x="4897967" y="152376"/>
                </a:cubicBezTo>
                <a:lnTo>
                  <a:pt x="4897967" y="6752191"/>
                </a:lnTo>
                <a:cubicBezTo>
                  <a:pt x="4897967" y="6836346"/>
                  <a:pt x="4829746" y="6904567"/>
                  <a:pt x="4745591" y="6904567"/>
                </a:cubicBezTo>
                <a:lnTo>
                  <a:pt x="152376" y="6904567"/>
                </a:lnTo>
                <a:cubicBezTo>
                  <a:pt x="68221" y="6904567"/>
                  <a:pt x="0" y="6836346"/>
                  <a:pt x="0" y="6752191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467" y="198966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6" name="Shape 4"/>
          <p:cNvSpPr/>
          <p:nvPr/>
        </p:nvSpPr>
        <p:spPr>
          <a:xfrm>
            <a:off x="973667" y="219286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634067" y="2015068"/>
            <a:ext cx="3289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VLOOKUP/XLOOKUP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34067" y="2421468"/>
            <a:ext cx="322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数据查找匹配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0467" y="2904068"/>
            <a:ext cx="4381500" cy="1701800"/>
          </a:xfrm>
          <a:custGeom>
            <a:avLst/>
            <a:gdLst/>
            <a:ahLst/>
            <a:cxnLst/>
            <a:rect l="l" t="t" r="r" b="b"/>
            <a:pathLst>
              <a:path w="4381500" h="1701800">
                <a:moveTo>
                  <a:pt x="101597" y="0"/>
                </a:moveTo>
                <a:lnTo>
                  <a:pt x="4279903" y="0"/>
                </a:lnTo>
                <a:cubicBezTo>
                  <a:pt x="4336013" y="0"/>
                  <a:pt x="4381500" y="45487"/>
                  <a:pt x="4381500" y="101597"/>
                </a:cubicBezTo>
                <a:lnTo>
                  <a:pt x="4381500" y="1600203"/>
                </a:lnTo>
                <a:cubicBezTo>
                  <a:pt x="4381500" y="1656313"/>
                  <a:pt x="4336013" y="1701800"/>
                  <a:pt x="4279903" y="1701800"/>
                </a:cubicBezTo>
                <a:lnTo>
                  <a:pt x="101597" y="1701800"/>
                </a:lnTo>
                <a:cubicBezTo>
                  <a:pt x="45487" y="1701800"/>
                  <a:pt x="0" y="1656313"/>
                  <a:pt x="0" y="1600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22867" y="30564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VLOOKUP经典用法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2867" y="35136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垂直查找，按列匹配数据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2867" y="3945471"/>
            <a:ext cx="4076700" cy="508000"/>
          </a:xfrm>
          <a:custGeom>
            <a:avLst/>
            <a:gdLst/>
            <a:ahLst/>
            <a:cxnLst/>
            <a:rect l="l" t="t" r="r" b="b"/>
            <a:pathLst>
              <a:path w="4076700" h="508000">
                <a:moveTo>
                  <a:pt x="50800" y="0"/>
                </a:moveTo>
                <a:lnTo>
                  <a:pt x="4025900" y="0"/>
                </a:lnTo>
                <a:cubicBezTo>
                  <a:pt x="4053937" y="0"/>
                  <a:pt x="4076700" y="22763"/>
                  <a:pt x="4076700" y="50800"/>
                </a:cubicBezTo>
                <a:lnTo>
                  <a:pt x="4076700" y="457200"/>
                </a:lnTo>
                <a:cubicBezTo>
                  <a:pt x="4076700" y="485237"/>
                  <a:pt x="4053937" y="508000"/>
                  <a:pt x="40259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075267" y="4114800"/>
            <a:ext cx="2604426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=VLOOKUP(值,区域,列号,精确)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0467" y="5173135"/>
            <a:ext cx="4381500" cy="1701800"/>
          </a:xfrm>
          <a:custGeom>
            <a:avLst/>
            <a:gdLst/>
            <a:ahLst/>
            <a:cxnLst/>
            <a:rect l="l" t="t" r="r" b="b"/>
            <a:pathLst>
              <a:path w="4381500" h="1701800">
                <a:moveTo>
                  <a:pt x="101597" y="0"/>
                </a:moveTo>
                <a:lnTo>
                  <a:pt x="4279903" y="0"/>
                </a:lnTo>
                <a:cubicBezTo>
                  <a:pt x="4336013" y="0"/>
                  <a:pt x="4381500" y="45487"/>
                  <a:pt x="4381500" y="101597"/>
                </a:cubicBezTo>
                <a:lnTo>
                  <a:pt x="4381500" y="1600203"/>
                </a:lnTo>
                <a:cubicBezTo>
                  <a:pt x="4381500" y="1656313"/>
                  <a:pt x="4336013" y="1701800"/>
                  <a:pt x="4279903" y="1701800"/>
                </a:cubicBezTo>
                <a:lnTo>
                  <a:pt x="101597" y="1701800"/>
                </a:lnTo>
                <a:cubicBezTo>
                  <a:pt x="45487" y="1701800"/>
                  <a:pt x="0" y="1656313"/>
                  <a:pt x="0" y="1600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922867" y="5325535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XLOOKUP新一代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2867" y="5782735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双向查找，自动匹配方向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2867" y="6214535"/>
            <a:ext cx="4076700" cy="508000"/>
          </a:xfrm>
          <a:custGeom>
            <a:avLst/>
            <a:gdLst/>
            <a:ahLst/>
            <a:cxnLst/>
            <a:rect l="l" t="t" r="r" b="b"/>
            <a:pathLst>
              <a:path w="4076700" h="508000">
                <a:moveTo>
                  <a:pt x="50800" y="0"/>
                </a:moveTo>
                <a:lnTo>
                  <a:pt x="4025900" y="0"/>
                </a:lnTo>
                <a:cubicBezTo>
                  <a:pt x="4053937" y="0"/>
                  <a:pt x="4076700" y="22763"/>
                  <a:pt x="4076700" y="50800"/>
                </a:cubicBezTo>
                <a:lnTo>
                  <a:pt x="4076700" y="457200"/>
                </a:lnTo>
                <a:cubicBezTo>
                  <a:pt x="4076700" y="485237"/>
                  <a:pt x="4053937" y="508000"/>
                  <a:pt x="40259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075267" y="6383871"/>
            <a:ext cx="3217863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=XLOOKUP(查找值,查找数组,返回数组)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4700" y="7446433"/>
            <a:ext cx="4377267" cy="922867"/>
          </a:xfrm>
          <a:custGeom>
            <a:avLst/>
            <a:gdLst/>
            <a:ahLst/>
            <a:cxnLst/>
            <a:rect l="l" t="t" r="r" b="b"/>
            <a:pathLst>
              <a:path w="4377267" h="922867">
                <a:moveTo>
                  <a:pt x="101598" y="0"/>
                </a:moveTo>
                <a:lnTo>
                  <a:pt x="4275668" y="0"/>
                </a:lnTo>
                <a:cubicBezTo>
                  <a:pt x="4331780" y="0"/>
                  <a:pt x="4377267" y="45487"/>
                  <a:pt x="4377267" y="101598"/>
                </a:cubicBezTo>
                <a:lnTo>
                  <a:pt x="4377267" y="821268"/>
                </a:lnTo>
                <a:cubicBezTo>
                  <a:pt x="4377267" y="877380"/>
                  <a:pt x="4331780" y="922867"/>
                  <a:pt x="4275668" y="922867"/>
                </a:cubicBezTo>
                <a:lnTo>
                  <a:pt x="101598" y="922867"/>
                </a:lnTo>
                <a:cubicBezTo>
                  <a:pt x="45487" y="922867"/>
                  <a:pt x="0" y="877380"/>
                  <a:pt x="0" y="821268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E8A857">
              <a:alpha val="14902"/>
            </a:srgbClr>
          </a:solidFill>
          <a:ln w="8467">
            <a:solidFill>
              <a:srgbClr val="E8A857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333" y="7603071"/>
            <a:ext cx="4165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实战场景: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员工信息表、销售数据匹配、库存查询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76900" y="1731433"/>
            <a:ext cx="4897967" cy="6904567"/>
          </a:xfrm>
          <a:custGeom>
            <a:avLst/>
            <a:gdLst/>
            <a:ahLst/>
            <a:cxnLst/>
            <a:rect l="l" t="t" r="r" b="b"/>
            <a:pathLst>
              <a:path w="4897967" h="6904567">
                <a:moveTo>
                  <a:pt x="152376" y="0"/>
                </a:moveTo>
                <a:lnTo>
                  <a:pt x="4745591" y="0"/>
                </a:lnTo>
                <a:cubicBezTo>
                  <a:pt x="4829746" y="0"/>
                  <a:pt x="4897967" y="68221"/>
                  <a:pt x="4897967" y="152376"/>
                </a:cubicBezTo>
                <a:lnTo>
                  <a:pt x="4897967" y="6752191"/>
                </a:lnTo>
                <a:cubicBezTo>
                  <a:pt x="4897967" y="6836346"/>
                  <a:pt x="4829746" y="6904567"/>
                  <a:pt x="4745591" y="6904567"/>
                </a:cubicBezTo>
                <a:lnTo>
                  <a:pt x="152376" y="6904567"/>
                </a:lnTo>
                <a:cubicBezTo>
                  <a:pt x="68221" y="6904567"/>
                  <a:pt x="0" y="6836346"/>
                  <a:pt x="0" y="6752191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E8A857">
                  <a:alpha val="30000"/>
                </a:srgbClr>
              </a:gs>
              <a:gs pos="100000">
                <a:srgbClr val="E8A857">
                  <a:alpha val="10000"/>
                </a:srgbClr>
              </a:gs>
            </a:gsLst>
            <a:lin ang="2700000" scaled="1"/>
          </a:gra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35133" y="198966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3" name="Shape 21"/>
          <p:cNvSpPr/>
          <p:nvPr/>
        </p:nvSpPr>
        <p:spPr>
          <a:xfrm>
            <a:off x="6176433" y="2192868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38100" y="0"/>
                </a:moveTo>
                <a:cubicBezTo>
                  <a:pt x="17085" y="0"/>
                  <a:pt x="0" y="17085"/>
                  <a:pt x="0" y="3810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190500" y="304800"/>
                </a:lnTo>
                <a:cubicBezTo>
                  <a:pt x="211515" y="304800"/>
                  <a:pt x="228600" y="287715"/>
                  <a:pt x="228600" y="266700"/>
                </a:cubicBezTo>
                <a:lnTo>
                  <a:pt x="228600" y="38100"/>
                </a:lnTo>
                <a:cubicBezTo>
                  <a:pt x="228600" y="17085"/>
                  <a:pt x="211515" y="0"/>
                  <a:pt x="190500" y="0"/>
                </a:cubicBezTo>
                <a:lnTo>
                  <a:pt x="38100" y="0"/>
                </a:lnTo>
                <a:close/>
                <a:moveTo>
                  <a:pt x="57150" y="38100"/>
                </a:moveTo>
                <a:lnTo>
                  <a:pt x="171450" y="38100"/>
                </a:lnTo>
                <a:cubicBezTo>
                  <a:pt x="181987" y="38100"/>
                  <a:pt x="190500" y="46613"/>
                  <a:pt x="190500" y="5715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57150" y="95250"/>
                </a:lnTo>
                <a:cubicBezTo>
                  <a:pt x="46613" y="95250"/>
                  <a:pt x="38100" y="86737"/>
                  <a:pt x="38100" y="76200"/>
                </a:cubicBezTo>
                <a:lnTo>
                  <a:pt x="38100" y="57150"/>
                </a:lnTo>
                <a:cubicBezTo>
                  <a:pt x="38100" y="46613"/>
                  <a:pt x="46613" y="38100"/>
                  <a:pt x="57150" y="38100"/>
                </a:cubicBezTo>
                <a:close/>
                <a:moveTo>
                  <a:pt x="66675" y="138113"/>
                </a:moveTo>
                <a:cubicBezTo>
                  <a:pt x="66675" y="145998"/>
                  <a:pt x="60273" y="152400"/>
                  <a:pt x="52388" y="152400"/>
                </a:cubicBezTo>
                <a:cubicBezTo>
                  <a:pt x="44502" y="152400"/>
                  <a:pt x="38100" y="145998"/>
                  <a:pt x="38100" y="138113"/>
                </a:cubicBezTo>
                <a:cubicBezTo>
                  <a:pt x="38100" y="130227"/>
                  <a:pt x="44502" y="123825"/>
                  <a:pt x="52388" y="123825"/>
                </a:cubicBezTo>
                <a:cubicBezTo>
                  <a:pt x="60273" y="123825"/>
                  <a:pt x="66675" y="130227"/>
                  <a:pt x="66675" y="138113"/>
                </a:cubicBezTo>
                <a:close/>
                <a:moveTo>
                  <a:pt x="114300" y="152400"/>
                </a:moveTo>
                <a:cubicBezTo>
                  <a:pt x="106415" y="152400"/>
                  <a:pt x="100013" y="145998"/>
                  <a:pt x="100013" y="138113"/>
                </a:cubicBezTo>
                <a:cubicBezTo>
                  <a:pt x="100013" y="130227"/>
                  <a:pt x="106415" y="123825"/>
                  <a:pt x="114300" y="123825"/>
                </a:cubicBezTo>
                <a:cubicBezTo>
                  <a:pt x="122185" y="123825"/>
                  <a:pt x="128588" y="130227"/>
                  <a:pt x="128588" y="138113"/>
                </a:cubicBezTo>
                <a:cubicBezTo>
                  <a:pt x="128588" y="145998"/>
                  <a:pt x="122185" y="152400"/>
                  <a:pt x="114300" y="152400"/>
                </a:cubicBezTo>
                <a:close/>
                <a:moveTo>
                  <a:pt x="190500" y="138113"/>
                </a:moveTo>
                <a:cubicBezTo>
                  <a:pt x="190500" y="145998"/>
                  <a:pt x="184098" y="152400"/>
                  <a:pt x="176212" y="152400"/>
                </a:cubicBezTo>
                <a:cubicBezTo>
                  <a:pt x="168327" y="152400"/>
                  <a:pt x="161925" y="145998"/>
                  <a:pt x="161925" y="138113"/>
                </a:cubicBezTo>
                <a:cubicBezTo>
                  <a:pt x="161925" y="130227"/>
                  <a:pt x="168327" y="123825"/>
                  <a:pt x="176212" y="123825"/>
                </a:cubicBezTo>
                <a:cubicBezTo>
                  <a:pt x="184098" y="123825"/>
                  <a:pt x="190500" y="130227"/>
                  <a:pt x="190500" y="138113"/>
                </a:cubicBezTo>
                <a:close/>
                <a:moveTo>
                  <a:pt x="52388" y="209550"/>
                </a:moveTo>
                <a:cubicBezTo>
                  <a:pt x="44502" y="209550"/>
                  <a:pt x="38100" y="203148"/>
                  <a:pt x="38100" y="195263"/>
                </a:cubicBezTo>
                <a:cubicBezTo>
                  <a:pt x="38100" y="187377"/>
                  <a:pt x="44502" y="180975"/>
                  <a:pt x="52388" y="180975"/>
                </a:cubicBezTo>
                <a:cubicBezTo>
                  <a:pt x="60273" y="180975"/>
                  <a:pt x="66675" y="187377"/>
                  <a:pt x="66675" y="195263"/>
                </a:cubicBezTo>
                <a:cubicBezTo>
                  <a:pt x="66675" y="203148"/>
                  <a:pt x="60273" y="209550"/>
                  <a:pt x="52388" y="209550"/>
                </a:cubicBezTo>
                <a:close/>
                <a:moveTo>
                  <a:pt x="128588" y="195263"/>
                </a:moveTo>
                <a:cubicBezTo>
                  <a:pt x="128588" y="203148"/>
                  <a:pt x="122185" y="209550"/>
                  <a:pt x="114300" y="209550"/>
                </a:cubicBezTo>
                <a:cubicBezTo>
                  <a:pt x="106415" y="209550"/>
                  <a:pt x="100013" y="203148"/>
                  <a:pt x="100013" y="195263"/>
                </a:cubicBezTo>
                <a:cubicBezTo>
                  <a:pt x="100013" y="187377"/>
                  <a:pt x="106415" y="180975"/>
                  <a:pt x="114300" y="180975"/>
                </a:cubicBezTo>
                <a:cubicBezTo>
                  <a:pt x="122185" y="180975"/>
                  <a:pt x="128588" y="187377"/>
                  <a:pt x="128588" y="195263"/>
                </a:cubicBezTo>
                <a:close/>
                <a:moveTo>
                  <a:pt x="176212" y="209550"/>
                </a:moveTo>
                <a:cubicBezTo>
                  <a:pt x="168327" y="209550"/>
                  <a:pt x="161925" y="203148"/>
                  <a:pt x="161925" y="195263"/>
                </a:cubicBezTo>
                <a:cubicBezTo>
                  <a:pt x="161925" y="187377"/>
                  <a:pt x="168327" y="180975"/>
                  <a:pt x="176212" y="180975"/>
                </a:cubicBezTo>
                <a:cubicBezTo>
                  <a:pt x="184098" y="180975"/>
                  <a:pt x="190500" y="187377"/>
                  <a:pt x="190500" y="195263"/>
                </a:cubicBezTo>
                <a:cubicBezTo>
                  <a:pt x="190500" y="203148"/>
                  <a:pt x="184098" y="209550"/>
                  <a:pt x="176212" y="209550"/>
                </a:cubicBezTo>
                <a:close/>
                <a:moveTo>
                  <a:pt x="38100" y="252413"/>
                </a:moveTo>
                <a:cubicBezTo>
                  <a:pt x="38100" y="244495"/>
                  <a:pt x="44470" y="238125"/>
                  <a:pt x="52388" y="238125"/>
                </a:cubicBezTo>
                <a:lnTo>
                  <a:pt x="119062" y="238125"/>
                </a:lnTo>
                <a:cubicBezTo>
                  <a:pt x="126980" y="238125"/>
                  <a:pt x="133350" y="244495"/>
                  <a:pt x="133350" y="252413"/>
                </a:cubicBezTo>
                <a:cubicBezTo>
                  <a:pt x="133350" y="260330"/>
                  <a:pt x="126980" y="266700"/>
                  <a:pt x="119062" y="266700"/>
                </a:cubicBezTo>
                <a:lnTo>
                  <a:pt x="52388" y="266700"/>
                </a:lnTo>
                <a:cubicBezTo>
                  <a:pt x="44470" y="266700"/>
                  <a:pt x="38100" y="260330"/>
                  <a:pt x="38100" y="252413"/>
                </a:cubicBezTo>
                <a:close/>
                <a:moveTo>
                  <a:pt x="176212" y="238125"/>
                </a:moveTo>
                <a:cubicBezTo>
                  <a:pt x="184130" y="238125"/>
                  <a:pt x="190500" y="244495"/>
                  <a:pt x="190500" y="252413"/>
                </a:cubicBezTo>
                <a:cubicBezTo>
                  <a:pt x="190500" y="260330"/>
                  <a:pt x="184130" y="266700"/>
                  <a:pt x="176212" y="266700"/>
                </a:cubicBezTo>
                <a:cubicBezTo>
                  <a:pt x="168295" y="266700"/>
                  <a:pt x="161925" y="260330"/>
                  <a:pt x="161925" y="252413"/>
                </a:cubicBezTo>
                <a:cubicBezTo>
                  <a:pt x="161925" y="244495"/>
                  <a:pt x="168295" y="238125"/>
                  <a:pt x="176212" y="238125"/>
                </a:cubicBezTo>
                <a:close/>
              </a:path>
            </a:pathLst>
          </a:custGeom>
          <a:solidFill>
            <a:srgbClr val="1E2024"/>
          </a:solidFill>
        </p:spPr>
      </p:sp>
      <p:sp>
        <p:nvSpPr>
          <p:cNvPr id="24" name="Text 22"/>
          <p:cNvSpPr/>
          <p:nvPr/>
        </p:nvSpPr>
        <p:spPr>
          <a:xfrm>
            <a:off x="6798734" y="2015068"/>
            <a:ext cx="289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SUMIFS/COUNTIFS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8734" y="2421468"/>
            <a:ext cx="2832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条件统计汇总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35133" y="2904068"/>
            <a:ext cx="4381500" cy="1701800"/>
          </a:xfrm>
          <a:custGeom>
            <a:avLst/>
            <a:gdLst/>
            <a:ahLst/>
            <a:cxnLst/>
            <a:rect l="l" t="t" r="r" b="b"/>
            <a:pathLst>
              <a:path w="4381500" h="1701800">
                <a:moveTo>
                  <a:pt x="101597" y="0"/>
                </a:moveTo>
                <a:lnTo>
                  <a:pt x="4279903" y="0"/>
                </a:lnTo>
                <a:cubicBezTo>
                  <a:pt x="4336013" y="0"/>
                  <a:pt x="4381500" y="45487"/>
                  <a:pt x="4381500" y="101597"/>
                </a:cubicBezTo>
                <a:lnTo>
                  <a:pt x="4381500" y="1600203"/>
                </a:lnTo>
                <a:cubicBezTo>
                  <a:pt x="4381500" y="1656313"/>
                  <a:pt x="4336013" y="1701800"/>
                  <a:pt x="4279903" y="1701800"/>
                </a:cubicBezTo>
                <a:lnTo>
                  <a:pt x="101597" y="1701800"/>
                </a:lnTo>
                <a:cubicBezTo>
                  <a:pt x="45487" y="1701800"/>
                  <a:pt x="0" y="1656313"/>
                  <a:pt x="0" y="1600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087533" y="30564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SUMIFS多条件求和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87533" y="35136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按多个条件汇总数据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87533" y="3945471"/>
            <a:ext cx="4076700" cy="508000"/>
          </a:xfrm>
          <a:custGeom>
            <a:avLst/>
            <a:gdLst/>
            <a:ahLst/>
            <a:cxnLst/>
            <a:rect l="l" t="t" r="r" b="b"/>
            <a:pathLst>
              <a:path w="4076700" h="508000">
                <a:moveTo>
                  <a:pt x="50800" y="0"/>
                </a:moveTo>
                <a:lnTo>
                  <a:pt x="4025900" y="0"/>
                </a:lnTo>
                <a:cubicBezTo>
                  <a:pt x="4053937" y="0"/>
                  <a:pt x="4076700" y="22763"/>
                  <a:pt x="4076700" y="50800"/>
                </a:cubicBezTo>
                <a:lnTo>
                  <a:pt x="4076700" y="457200"/>
                </a:lnTo>
                <a:cubicBezTo>
                  <a:pt x="4076700" y="485237"/>
                  <a:pt x="4053937" y="508000"/>
                  <a:pt x="40259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A857">
              <a:alpha val="2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239933" y="4114800"/>
            <a:ext cx="3528748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=SUMIFS(求和区域,条件区域1,条件1,...)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35133" y="5173135"/>
            <a:ext cx="4381500" cy="1701800"/>
          </a:xfrm>
          <a:custGeom>
            <a:avLst/>
            <a:gdLst/>
            <a:ahLst/>
            <a:cxnLst/>
            <a:rect l="l" t="t" r="r" b="b"/>
            <a:pathLst>
              <a:path w="4381500" h="1701800">
                <a:moveTo>
                  <a:pt x="101597" y="0"/>
                </a:moveTo>
                <a:lnTo>
                  <a:pt x="4279903" y="0"/>
                </a:lnTo>
                <a:cubicBezTo>
                  <a:pt x="4336013" y="0"/>
                  <a:pt x="4381500" y="45487"/>
                  <a:pt x="4381500" y="101597"/>
                </a:cubicBezTo>
                <a:lnTo>
                  <a:pt x="4381500" y="1600203"/>
                </a:lnTo>
                <a:cubicBezTo>
                  <a:pt x="4381500" y="1656313"/>
                  <a:pt x="4336013" y="1701800"/>
                  <a:pt x="4279903" y="1701800"/>
                </a:cubicBezTo>
                <a:lnTo>
                  <a:pt x="101597" y="1701800"/>
                </a:lnTo>
                <a:cubicBezTo>
                  <a:pt x="45487" y="1701800"/>
                  <a:pt x="0" y="1656313"/>
                  <a:pt x="0" y="1600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087533" y="5325535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COUNTIFS多条件计数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87533" y="5782735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统计满足条件的记录数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87533" y="6214535"/>
            <a:ext cx="4076700" cy="508000"/>
          </a:xfrm>
          <a:custGeom>
            <a:avLst/>
            <a:gdLst/>
            <a:ahLst/>
            <a:cxnLst/>
            <a:rect l="l" t="t" r="r" b="b"/>
            <a:pathLst>
              <a:path w="4076700" h="508000">
                <a:moveTo>
                  <a:pt x="50800" y="0"/>
                </a:moveTo>
                <a:lnTo>
                  <a:pt x="4025900" y="0"/>
                </a:lnTo>
                <a:cubicBezTo>
                  <a:pt x="4053937" y="0"/>
                  <a:pt x="4076700" y="22763"/>
                  <a:pt x="4076700" y="50800"/>
                </a:cubicBezTo>
                <a:lnTo>
                  <a:pt x="4076700" y="457200"/>
                </a:lnTo>
                <a:cubicBezTo>
                  <a:pt x="4076700" y="485237"/>
                  <a:pt x="4053937" y="508000"/>
                  <a:pt x="40259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A857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239933" y="6383871"/>
            <a:ext cx="2915312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=COUNTIFS(条件区域1,条件1,...)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39367" y="7446433"/>
            <a:ext cx="4377267" cy="922867"/>
          </a:xfrm>
          <a:custGeom>
            <a:avLst/>
            <a:gdLst/>
            <a:ahLst/>
            <a:cxnLst/>
            <a:rect l="l" t="t" r="r" b="b"/>
            <a:pathLst>
              <a:path w="4377267" h="922867">
                <a:moveTo>
                  <a:pt x="101598" y="0"/>
                </a:moveTo>
                <a:lnTo>
                  <a:pt x="4275668" y="0"/>
                </a:lnTo>
                <a:cubicBezTo>
                  <a:pt x="4331780" y="0"/>
                  <a:pt x="4377267" y="45487"/>
                  <a:pt x="4377267" y="101598"/>
                </a:cubicBezTo>
                <a:lnTo>
                  <a:pt x="4377267" y="821268"/>
                </a:lnTo>
                <a:cubicBezTo>
                  <a:pt x="4377267" y="877380"/>
                  <a:pt x="4331780" y="922867"/>
                  <a:pt x="4275668" y="922867"/>
                </a:cubicBezTo>
                <a:lnTo>
                  <a:pt x="101598" y="922867"/>
                </a:lnTo>
                <a:cubicBezTo>
                  <a:pt x="45487" y="922867"/>
                  <a:pt x="0" y="877380"/>
                  <a:pt x="0" y="821268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E8A857">
              <a:alpha val="14902"/>
            </a:srgbClr>
          </a:solidFill>
          <a:ln w="8467">
            <a:solidFill>
              <a:srgbClr val="E8A857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96000" y="7603071"/>
            <a:ext cx="4165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实战场景: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销售按区域汇总、库存按品类统计、考勤按部门计数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841567" y="1731433"/>
            <a:ext cx="4897967" cy="6904567"/>
          </a:xfrm>
          <a:custGeom>
            <a:avLst/>
            <a:gdLst/>
            <a:ahLst/>
            <a:cxnLst/>
            <a:rect l="l" t="t" r="r" b="b"/>
            <a:pathLst>
              <a:path w="4897967" h="6904567">
                <a:moveTo>
                  <a:pt x="152376" y="0"/>
                </a:moveTo>
                <a:lnTo>
                  <a:pt x="4745591" y="0"/>
                </a:lnTo>
                <a:cubicBezTo>
                  <a:pt x="4829746" y="0"/>
                  <a:pt x="4897967" y="68221"/>
                  <a:pt x="4897967" y="152376"/>
                </a:cubicBezTo>
                <a:lnTo>
                  <a:pt x="4897967" y="6752191"/>
                </a:lnTo>
                <a:cubicBezTo>
                  <a:pt x="4897967" y="6836346"/>
                  <a:pt x="4829746" y="6904567"/>
                  <a:pt x="4745591" y="6904567"/>
                </a:cubicBezTo>
                <a:lnTo>
                  <a:pt x="152376" y="6904567"/>
                </a:lnTo>
                <a:cubicBezTo>
                  <a:pt x="68221" y="6904567"/>
                  <a:pt x="0" y="6836346"/>
                  <a:pt x="0" y="6752191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99800" y="198966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40" name="Shape 38"/>
          <p:cNvSpPr/>
          <p:nvPr/>
        </p:nvSpPr>
        <p:spPr>
          <a:xfrm>
            <a:off x="11322050" y="219286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7625" y="61912"/>
                </a:moveTo>
                <a:cubicBezTo>
                  <a:pt x="55510" y="61912"/>
                  <a:pt x="61912" y="55510"/>
                  <a:pt x="61912" y="47625"/>
                </a:cubicBezTo>
                <a:cubicBezTo>
                  <a:pt x="61912" y="39740"/>
                  <a:pt x="55510" y="33338"/>
                  <a:pt x="47625" y="33338"/>
                </a:cubicBezTo>
                <a:cubicBezTo>
                  <a:pt x="39740" y="33338"/>
                  <a:pt x="33338" y="39740"/>
                  <a:pt x="33338" y="47625"/>
                </a:cubicBezTo>
                <a:cubicBezTo>
                  <a:pt x="33338" y="55510"/>
                  <a:pt x="39740" y="61912"/>
                  <a:pt x="47625" y="61912"/>
                </a:cubicBezTo>
                <a:close/>
                <a:moveTo>
                  <a:pt x="95250" y="47625"/>
                </a:moveTo>
                <a:cubicBezTo>
                  <a:pt x="95250" y="67151"/>
                  <a:pt x="83522" y="83939"/>
                  <a:pt x="66675" y="91261"/>
                </a:cubicBezTo>
                <a:lnTo>
                  <a:pt x="66675" y="133350"/>
                </a:lnTo>
                <a:lnTo>
                  <a:pt x="171450" y="133350"/>
                </a:lnTo>
                <a:cubicBezTo>
                  <a:pt x="187226" y="133350"/>
                  <a:pt x="200025" y="120551"/>
                  <a:pt x="200025" y="104775"/>
                </a:cubicBezTo>
                <a:lnTo>
                  <a:pt x="200025" y="91261"/>
                </a:lnTo>
                <a:cubicBezTo>
                  <a:pt x="183178" y="83939"/>
                  <a:pt x="171450" y="67151"/>
                  <a:pt x="171450" y="47625"/>
                </a:cubicBezTo>
                <a:cubicBezTo>
                  <a:pt x="171450" y="21312"/>
                  <a:pt x="192762" y="0"/>
                  <a:pt x="219075" y="0"/>
                </a:cubicBezTo>
                <a:cubicBezTo>
                  <a:pt x="245388" y="0"/>
                  <a:pt x="266700" y="21312"/>
                  <a:pt x="266700" y="47625"/>
                </a:cubicBezTo>
                <a:cubicBezTo>
                  <a:pt x="266700" y="67151"/>
                  <a:pt x="254972" y="83939"/>
                  <a:pt x="238125" y="91261"/>
                </a:cubicBezTo>
                <a:lnTo>
                  <a:pt x="238125" y="104775"/>
                </a:lnTo>
                <a:cubicBezTo>
                  <a:pt x="238125" y="141625"/>
                  <a:pt x="208300" y="171450"/>
                  <a:pt x="171450" y="171450"/>
                </a:cubicBezTo>
                <a:lnTo>
                  <a:pt x="66675" y="171450"/>
                </a:lnTo>
                <a:lnTo>
                  <a:pt x="66675" y="213539"/>
                </a:lnTo>
                <a:cubicBezTo>
                  <a:pt x="83522" y="220861"/>
                  <a:pt x="95250" y="237649"/>
                  <a:pt x="95250" y="257175"/>
                </a:cubicBezTo>
                <a:cubicBezTo>
                  <a:pt x="95250" y="283488"/>
                  <a:pt x="73938" y="304800"/>
                  <a:pt x="47625" y="304800"/>
                </a:cubicBezTo>
                <a:cubicBezTo>
                  <a:pt x="21312" y="304800"/>
                  <a:pt x="0" y="283488"/>
                  <a:pt x="0" y="257175"/>
                </a:cubicBezTo>
                <a:cubicBezTo>
                  <a:pt x="0" y="237649"/>
                  <a:pt x="11728" y="220861"/>
                  <a:pt x="28575" y="213539"/>
                </a:cubicBezTo>
                <a:lnTo>
                  <a:pt x="28575" y="91321"/>
                </a:lnTo>
                <a:cubicBezTo>
                  <a:pt x="11728" y="83939"/>
                  <a:pt x="0" y="67151"/>
                  <a:pt x="0" y="47625"/>
                </a:cubicBezTo>
                <a:cubicBezTo>
                  <a:pt x="0" y="21312"/>
                  <a:pt x="21312" y="0"/>
                  <a:pt x="47625" y="0"/>
                </a:cubicBezTo>
                <a:cubicBezTo>
                  <a:pt x="73938" y="0"/>
                  <a:pt x="95250" y="21312"/>
                  <a:pt x="95250" y="47625"/>
                </a:cubicBezTo>
                <a:close/>
                <a:moveTo>
                  <a:pt x="233363" y="47625"/>
                </a:moveTo>
                <a:cubicBezTo>
                  <a:pt x="233363" y="39740"/>
                  <a:pt x="226960" y="33338"/>
                  <a:pt x="219075" y="33338"/>
                </a:cubicBezTo>
                <a:cubicBezTo>
                  <a:pt x="211190" y="33338"/>
                  <a:pt x="204787" y="39740"/>
                  <a:pt x="204787" y="47625"/>
                </a:cubicBezTo>
                <a:cubicBezTo>
                  <a:pt x="204787" y="55510"/>
                  <a:pt x="211190" y="61912"/>
                  <a:pt x="219075" y="61912"/>
                </a:cubicBezTo>
                <a:cubicBezTo>
                  <a:pt x="226960" y="61912"/>
                  <a:pt x="233363" y="55510"/>
                  <a:pt x="233363" y="47625"/>
                </a:cubicBezTo>
                <a:close/>
                <a:moveTo>
                  <a:pt x="47625" y="271463"/>
                </a:moveTo>
                <a:cubicBezTo>
                  <a:pt x="55510" y="271463"/>
                  <a:pt x="61912" y="265060"/>
                  <a:pt x="61912" y="257175"/>
                </a:cubicBezTo>
                <a:cubicBezTo>
                  <a:pt x="61912" y="249290"/>
                  <a:pt x="55510" y="242888"/>
                  <a:pt x="47625" y="242888"/>
                </a:cubicBezTo>
                <a:cubicBezTo>
                  <a:pt x="39740" y="242888"/>
                  <a:pt x="33338" y="249290"/>
                  <a:pt x="33338" y="257175"/>
                </a:cubicBezTo>
                <a:cubicBezTo>
                  <a:pt x="33338" y="265060"/>
                  <a:pt x="39740" y="271463"/>
                  <a:pt x="47625" y="27146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11963400" y="2015068"/>
            <a:ext cx="162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IF函数家族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963400" y="2421468"/>
            <a:ext cx="1562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逻辑判断与嵌套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99800" y="2904068"/>
            <a:ext cx="4381500" cy="1701800"/>
          </a:xfrm>
          <a:custGeom>
            <a:avLst/>
            <a:gdLst/>
            <a:ahLst/>
            <a:cxnLst/>
            <a:rect l="l" t="t" r="r" b="b"/>
            <a:pathLst>
              <a:path w="4381500" h="1701800">
                <a:moveTo>
                  <a:pt x="101597" y="0"/>
                </a:moveTo>
                <a:lnTo>
                  <a:pt x="4279903" y="0"/>
                </a:lnTo>
                <a:cubicBezTo>
                  <a:pt x="4336013" y="0"/>
                  <a:pt x="4381500" y="45487"/>
                  <a:pt x="4381500" y="101597"/>
                </a:cubicBezTo>
                <a:lnTo>
                  <a:pt x="4381500" y="1600203"/>
                </a:lnTo>
                <a:cubicBezTo>
                  <a:pt x="4381500" y="1656313"/>
                  <a:pt x="4336013" y="1701800"/>
                  <a:pt x="4279903" y="1701800"/>
                </a:cubicBezTo>
                <a:lnTo>
                  <a:pt x="101597" y="1701800"/>
                </a:lnTo>
                <a:cubicBezTo>
                  <a:pt x="45487" y="1701800"/>
                  <a:pt x="0" y="1656313"/>
                  <a:pt x="0" y="1600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11252200" y="3056468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基础IF函数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252200" y="35136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二元条件判断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252200" y="3945471"/>
            <a:ext cx="4076700" cy="508000"/>
          </a:xfrm>
          <a:custGeom>
            <a:avLst/>
            <a:gdLst/>
            <a:ahLst/>
            <a:cxnLst/>
            <a:rect l="l" t="t" r="r" b="b"/>
            <a:pathLst>
              <a:path w="4076700" h="508000">
                <a:moveTo>
                  <a:pt x="50800" y="0"/>
                </a:moveTo>
                <a:lnTo>
                  <a:pt x="4025900" y="0"/>
                </a:lnTo>
                <a:cubicBezTo>
                  <a:pt x="4053937" y="0"/>
                  <a:pt x="4076700" y="22763"/>
                  <a:pt x="4076700" y="50800"/>
                </a:cubicBezTo>
                <a:lnTo>
                  <a:pt x="4076700" y="457200"/>
                </a:lnTo>
                <a:cubicBezTo>
                  <a:pt x="4076700" y="485237"/>
                  <a:pt x="4053937" y="508000"/>
                  <a:pt x="40259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11404600" y="4114800"/>
            <a:ext cx="1840045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=IF(条件,真值,假值)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99800" y="5173135"/>
            <a:ext cx="4381500" cy="1701800"/>
          </a:xfrm>
          <a:custGeom>
            <a:avLst/>
            <a:gdLst/>
            <a:ahLst/>
            <a:cxnLst/>
            <a:rect l="l" t="t" r="r" b="b"/>
            <a:pathLst>
              <a:path w="4381500" h="1701800">
                <a:moveTo>
                  <a:pt x="101597" y="0"/>
                </a:moveTo>
                <a:lnTo>
                  <a:pt x="4279903" y="0"/>
                </a:lnTo>
                <a:cubicBezTo>
                  <a:pt x="4336013" y="0"/>
                  <a:pt x="4381500" y="45487"/>
                  <a:pt x="4381500" y="101597"/>
                </a:cubicBezTo>
                <a:lnTo>
                  <a:pt x="4381500" y="1600203"/>
                </a:lnTo>
                <a:cubicBezTo>
                  <a:pt x="4381500" y="1656313"/>
                  <a:pt x="4336013" y="1701800"/>
                  <a:pt x="4279903" y="1701800"/>
                </a:cubicBezTo>
                <a:lnTo>
                  <a:pt x="101597" y="1701800"/>
                </a:lnTo>
                <a:cubicBezTo>
                  <a:pt x="45487" y="1701800"/>
                  <a:pt x="0" y="1656313"/>
                  <a:pt x="0" y="1600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11252200" y="5325535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IFS多条件判断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252200" y="5782735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简化嵌套IF函数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252200" y="6214535"/>
            <a:ext cx="4076700" cy="508000"/>
          </a:xfrm>
          <a:custGeom>
            <a:avLst/>
            <a:gdLst/>
            <a:ahLst/>
            <a:cxnLst/>
            <a:rect l="l" t="t" r="r" b="b"/>
            <a:pathLst>
              <a:path w="4076700" h="508000">
                <a:moveTo>
                  <a:pt x="50800" y="0"/>
                </a:moveTo>
                <a:lnTo>
                  <a:pt x="4025900" y="0"/>
                </a:lnTo>
                <a:cubicBezTo>
                  <a:pt x="4053937" y="0"/>
                  <a:pt x="4076700" y="22763"/>
                  <a:pt x="4076700" y="50800"/>
                </a:cubicBezTo>
                <a:lnTo>
                  <a:pt x="4076700" y="457200"/>
                </a:lnTo>
                <a:cubicBezTo>
                  <a:pt x="4076700" y="485237"/>
                  <a:pt x="4053937" y="508000"/>
                  <a:pt x="40259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11404600" y="6383871"/>
            <a:ext cx="2817548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=IFS(条件1,值1,条件2,值2,...)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104033" y="7446433"/>
            <a:ext cx="4377267" cy="922867"/>
          </a:xfrm>
          <a:custGeom>
            <a:avLst/>
            <a:gdLst/>
            <a:ahLst/>
            <a:cxnLst/>
            <a:rect l="l" t="t" r="r" b="b"/>
            <a:pathLst>
              <a:path w="4377267" h="922867">
                <a:moveTo>
                  <a:pt x="101598" y="0"/>
                </a:moveTo>
                <a:lnTo>
                  <a:pt x="4275668" y="0"/>
                </a:lnTo>
                <a:cubicBezTo>
                  <a:pt x="4331780" y="0"/>
                  <a:pt x="4377267" y="45487"/>
                  <a:pt x="4377267" y="101598"/>
                </a:cubicBezTo>
                <a:lnTo>
                  <a:pt x="4377267" y="821268"/>
                </a:lnTo>
                <a:cubicBezTo>
                  <a:pt x="4377267" y="877380"/>
                  <a:pt x="4331780" y="922867"/>
                  <a:pt x="4275668" y="922867"/>
                </a:cubicBezTo>
                <a:lnTo>
                  <a:pt x="101598" y="922867"/>
                </a:lnTo>
                <a:cubicBezTo>
                  <a:pt x="45487" y="922867"/>
                  <a:pt x="0" y="877380"/>
                  <a:pt x="0" y="821268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E8A857">
              <a:alpha val="14902"/>
            </a:srgbClr>
          </a:solidFill>
          <a:ln w="8467">
            <a:solidFill>
              <a:srgbClr val="E8A857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260667" y="7603071"/>
            <a:ext cx="4165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实战场景: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绩效等级评定、预算执行状态、数据异常预警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ANALYSIS TOOLS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数据分析一键搞定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233" y="1731433"/>
            <a:ext cx="4897967" cy="5939367"/>
          </a:xfrm>
          <a:custGeom>
            <a:avLst/>
            <a:gdLst/>
            <a:ahLst/>
            <a:cxnLst/>
            <a:rect l="l" t="t" r="r" b="b"/>
            <a:pathLst>
              <a:path w="4897967" h="5939367">
                <a:moveTo>
                  <a:pt x="152376" y="0"/>
                </a:moveTo>
                <a:lnTo>
                  <a:pt x="4745591" y="0"/>
                </a:lnTo>
                <a:cubicBezTo>
                  <a:pt x="4829746" y="0"/>
                  <a:pt x="4897967" y="68221"/>
                  <a:pt x="4897967" y="152376"/>
                </a:cubicBezTo>
                <a:lnTo>
                  <a:pt x="4897967" y="5786991"/>
                </a:lnTo>
                <a:cubicBezTo>
                  <a:pt x="4897967" y="5871146"/>
                  <a:pt x="4829746" y="5939367"/>
                  <a:pt x="4745591" y="5939367"/>
                </a:cubicBezTo>
                <a:lnTo>
                  <a:pt x="152376" y="5939367"/>
                </a:lnTo>
                <a:cubicBezTo>
                  <a:pt x="68221" y="5939367"/>
                  <a:pt x="0" y="5871146"/>
                  <a:pt x="0" y="5786991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467" y="1989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6" name="Shape 4"/>
          <p:cNvSpPr/>
          <p:nvPr/>
        </p:nvSpPr>
        <p:spPr>
          <a:xfrm>
            <a:off x="992717" y="2192871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95250"/>
                </a:moveTo>
                <a:lnTo>
                  <a:pt x="152400" y="152400"/>
                </a:lnTo>
                <a:lnTo>
                  <a:pt x="228600" y="152400"/>
                </a:lnTo>
                <a:lnTo>
                  <a:pt x="228600" y="95250"/>
                </a:lnTo>
                <a:lnTo>
                  <a:pt x="152400" y="95250"/>
                </a:lnTo>
                <a:close/>
                <a:moveTo>
                  <a:pt x="114300" y="95250"/>
                </a:moveTo>
                <a:lnTo>
                  <a:pt x="38100" y="95250"/>
                </a:lnTo>
                <a:lnTo>
                  <a:pt x="38100" y="152400"/>
                </a:lnTo>
                <a:lnTo>
                  <a:pt x="114300" y="152400"/>
                </a:lnTo>
                <a:lnTo>
                  <a:pt x="114300" y="95250"/>
                </a:lnTo>
                <a:close/>
                <a:moveTo>
                  <a:pt x="0" y="190500"/>
                </a:move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190500"/>
                </a:lnTo>
                <a:close/>
                <a:moveTo>
                  <a:pt x="228600" y="190500"/>
                </a:moveTo>
                <a:lnTo>
                  <a:pt x="152400" y="19050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190500"/>
                </a:lnTo>
                <a:close/>
                <a:moveTo>
                  <a:pt x="114300" y="247650"/>
                </a:moveTo>
                <a:lnTo>
                  <a:pt x="114300" y="190500"/>
                </a:lnTo>
                <a:lnTo>
                  <a:pt x="38100" y="190500"/>
                </a:lnTo>
                <a:lnTo>
                  <a:pt x="38100" y="247650"/>
                </a:lnTo>
                <a:lnTo>
                  <a:pt x="114300" y="2476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634067" y="2040471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数据透视表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34067" y="2396071"/>
            <a:ext cx="1358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一键多维分析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0467" y="2904071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22867" y="3056471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2867" y="35136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拖拽字段，快速生成报表，无需写公式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0467" y="4199471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22867" y="4351871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拖拽操作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2867" y="48090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行、列、值、筛选四个区域灵活布局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0467" y="5494871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922867" y="5647271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动态更新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2867" y="61044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数据源变化一键刷新，报表自动更新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0467" y="6794504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3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770467" y="7052735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分析效率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56894" y="7001935"/>
            <a:ext cx="952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10倍+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76900" y="1731433"/>
            <a:ext cx="4897967" cy="5939367"/>
          </a:xfrm>
          <a:custGeom>
            <a:avLst/>
            <a:gdLst/>
            <a:ahLst/>
            <a:cxnLst/>
            <a:rect l="l" t="t" r="r" b="b"/>
            <a:pathLst>
              <a:path w="4897967" h="5939367">
                <a:moveTo>
                  <a:pt x="152376" y="0"/>
                </a:moveTo>
                <a:lnTo>
                  <a:pt x="4745591" y="0"/>
                </a:lnTo>
                <a:cubicBezTo>
                  <a:pt x="4829746" y="0"/>
                  <a:pt x="4897967" y="68221"/>
                  <a:pt x="4897967" y="152376"/>
                </a:cubicBezTo>
                <a:lnTo>
                  <a:pt x="4897967" y="5786991"/>
                </a:lnTo>
                <a:cubicBezTo>
                  <a:pt x="4897967" y="5871146"/>
                  <a:pt x="4829746" y="5939367"/>
                  <a:pt x="4745591" y="5939367"/>
                </a:cubicBezTo>
                <a:lnTo>
                  <a:pt x="152376" y="5939367"/>
                </a:lnTo>
                <a:cubicBezTo>
                  <a:pt x="68221" y="5939367"/>
                  <a:pt x="0" y="5871146"/>
                  <a:pt x="0" y="5786991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E8A857">
                  <a:alpha val="30000"/>
                </a:srgbClr>
              </a:gs>
              <a:gs pos="100000">
                <a:srgbClr val="E8A857">
                  <a:alpha val="10000"/>
                </a:srgbClr>
              </a:gs>
            </a:gsLst>
            <a:lin ang="2700000" scaled="1"/>
          </a:gra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35133" y="1989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3" name="Shape 21"/>
          <p:cNvSpPr/>
          <p:nvPr/>
        </p:nvSpPr>
        <p:spPr>
          <a:xfrm>
            <a:off x="6138333" y="219287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1E2024"/>
          </a:solidFill>
        </p:spPr>
      </p:sp>
      <p:sp>
        <p:nvSpPr>
          <p:cNvPr id="24" name="Text 22"/>
          <p:cNvSpPr/>
          <p:nvPr/>
        </p:nvSpPr>
        <p:spPr>
          <a:xfrm>
            <a:off x="6798734" y="2040471"/>
            <a:ext cx="1371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条件格式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8734" y="2396071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数据可视化预警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35133" y="2904071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087533" y="3056471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数据条/色阶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87533" y="35136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直观显示数值大小对比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35133" y="4199471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087533" y="4351871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图标集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87533" y="48090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用图标标识数据状态等级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35133" y="5494871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087533" y="5647271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公式规则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87533" y="61044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自定义条件高亮显示单元格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35133" y="6794504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E8A857">
              <a:alpha val="3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5935133" y="7052735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识别速度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711267" y="7001935"/>
            <a:ext cx="76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即时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841567" y="1731433"/>
            <a:ext cx="4897967" cy="5939367"/>
          </a:xfrm>
          <a:custGeom>
            <a:avLst/>
            <a:gdLst/>
            <a:ahLst/>
            <a:cxnLst/>
            <a:rect l="l" t="t" r="r" b="b"/>
            <a:pathLst>
              <a:path w="4897967" h="5939367">
                <a:moveTo>
                  <a:pt x="152376" y="0"/>
                </a:moveTo>
                <a:lnTo>
                  <a:pt x="4745591" y="0"/>
                </a:lnTo>
                <a:cubicBezTo>
                  <a:pt x="4829746" y="0"/>
                  <a:pt x="4897967" y="68221"/>
                  <a:pt x="4897967" y="152376"/>
                </a:cubicBezTo>
                <a:lnTo>
                  <a:pt x="4897967" y="5786991"/>
                </a:lnTo>
                <a:cubicBezTo>
                  <a:pt x="4897967" y="5871146"/>
                  <a:pt x="4829746" y="5939367"/>
                  <a:pt x="4745591" y="5939367"/>
                </a:cubicBezTo>
                <a:lnTo>
                  <a:pt x="152376" y="5939367"/>
                </a:lnTo>
                <a:cubicBezTo>
                  <a:pt x="68221" y="5939367"/>
                  <a:pt x="0" y="5871146"/>
                  <a:pt x="0" y="5786991"/>
                </a:cubicBezTo>
                <a:lnTo>
                  <a:pt x="0" y="152376"/>
                </a:lnTo>
                <a:cubicBezTo>
                  <a:pt x="0" y="68221"/>
                  <a:pt x="68221" y="0"/>
                  <a:pt x="152376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99800" y="1989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40" name="Shape 38"/>
          <p:cNvSpPr/>
          <p:nvPr/>
        </p:nvSpPr>
        <p:spPr>
          <a:xfrm>
            <a:off x="11283950" y="2192871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5038" y="142875"/>
                </a:moveTo>
                <a:lnTo>
                  <a:pt x="200263" y="142875"/>
                </a:lnTo>
                <a:cubicBezTo>
                  <a:pt x="189726" y="142875"/>
                  <a:pt x="181213" y="134362"/>
                  <a:pt x="181213" y="123825"/>
                </a:cubicBezTo>
                <a:lnTo>
                  <a:pt x="181213" y="19050"/>
                </a:lnTo>
                <a:cubicBezTo>
                  <a:pt x="181213" y="8513"/>
                  <a:pt x="189786" y="-119"/>
                  <a:pt x="200204" y="1250"/>
                </a:cubicBezTo>
                <a:cubicBezTo>
                  <a:pt x="263902" y="9704"/>
                  <a:pt x="314385" y="60186"/>
                  <a:pt x="322838" y="123885"/>
                </a:cubicBezTo>
                <a:cubicBezTo>
                  <a:pt x="324207" y="134303"/>
                  <a:pt x="315575" y="142875"/>
                  <a:pt x="305038" y="142875"/>
                </a:cubicBezTo>
                <a:close/>
                <a:moveTo>
                  <a:pt x="132517" y="22146"/>
                </a:moveTo>
                <a:cubicBezTo>
                  <a:pt x="143292" y="19883"/>
                  <a:pt x="152638" y="28694"/>
                  <a:pt x="152638" y="39707"/>
                </a:cubicBezTo>
                <a:lnTo>
                  <a:pt x="152638" y="157163"/>
                </a:lnTo>
                <a:cubicBezTo>
                  <a:pt x="152638" y="160496"/>
                  <a:pt x="153829" y="163711"/>
                  <a:pt x="155912" y="166271"/>
                </a:cubicBezTo>
                <a:lnTo>
                  <a:pt x="234553" y="261164"/>
                </a:lnTo>
                <a:cubicBezTo>
                  <a:pt x="241518" y="269558"/>
                  <a:pt x="240030" y="282238"/>
                  <a:pt x="230445" y="287417"/>
                </a:cubicBezTo>
                <a:cubicBezTo>
                  <a:pt x="210145" y="298490"/>
                  <a:pt x="186869" y="304800"/>
                  <a:pt x="162163" y="304800"/>
                </a:cubicBezTo>
                <a:cubicBezTo>
                  <a:pt x="83284" y="304800"/>
                  <a:pt x="19288" y="240804"/>
                  <a:pt x="19288" y="161925"/>
                </a:cubicBezTo>
                <a:cubicBezTo>
                  <a:pt x="19288" y="93166"/>
                  <a:pt x="67806" y="35778"/>
                  <a:pt x="132517" y="22146"/>
                </a:cubicBezTo>
                <a:close/>
                <a:moveTo>
                  <a:pt x="284440" y="171450"/>
                </a:moveTo>
                <a:lnTo>
                  <a:pt x="322540" y="171450"/>
                </a:lnTo>
                <a:cubicBezTo>
                  <a:pt x="333554" y="171450"/>
                  <a:pt x="342364" y="180796"/>
                  <a:pt x="340102" y="191572"/>
                </a:cubicBezTo>
                <a:cubicBezTo>
                  <a:pt x="334030" y="220385"/>
                  <a:pt x="319266" y="245983"/>
                  <a:pt x="298668" y="265509"/>
                </a:cubicBezTo>
                <a:cubicBezTo>
                  <a:pt x="291346" y="272475"/>
                  <a:pt x="279856" y="270986"/>
                  <a:pt x="273427" y="263188"/>
                </a:cubicBezTo>
                <a:lnTo>
                  <a:pt x="223183" y="202644"/>
                </a:lnTo>
                <a:cubicBezTo>
                  <a:pt x="212884" y="190202"/>
                  <a:pt x="221754" y="171450"/>
                  <a:pt x="237827" y="171450"/>
                </a:cubicBezTo>
                <a:lnTo>
                  <a:pt x="284381" y="1714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11963400" y="2040471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基础图表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963400" y="2396071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制作与美化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99800" y="2904071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11252200" y="3056471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推荐图表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252200" y="35136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智能识别数据特征，自动推荐图表类型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099800" y="4199471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11252200" y="4351871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快速布局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52200" y="48090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一键应用专业配色和布局样式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099800" y="5494871"/>
            <a:ext cx="4381500" cy="1092200"/>
          </a:xfrm>
          <a:custGeom>
            <a:avLst/>
            <a:gdLst/>
            <a:ahLst/>
            <a:cxnLst/>
            <a:rect l="l" t="t" r="r" b="b"/>
            <a:pathLst>
              <a:path w="4381500" h="1092200">
                <a:moveTo>
                  <a:pt x="101596" y="0"/>
                </a:moveTo>
                <a:lnTo>
                  <a:pt x="4279904" y="0"/>
                </a:lnTo>
                <a:cubicBezTo>
                  <a:pt x="4336014" y="0"/>
                  <a:pt x="4381500" y="45486"/>
                  <a:pt x="4381500" y="101596"/>
                </a:cubicBezTo>
                <a:lnTo>
                  <a:pt x="4381500" y="990604"/>
                </a:lnTo>
                <a:cubicBezTo>
                  <a:pt x="4381500" y="1046714"/>
                  <a:pt x="4336014" y="1092200"/>
                  <a:pt x="42799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11252200" y="5647271"/>
            <a:ext cx="419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动态图表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252200" y="6104471"/>
            <a:ext cx="41783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结合下拉菜单实现交互式图表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99800" y="6794504"/>
            <a:ext cx="4381500" cy="8467"/>
          </a:xfrm>
          <a:custGeom>
            <a:avLst/>
            <a:gdLst/>
            <a:ahLst/>
            <a:cxnLst/>
            <a:rect l="l" t="t" r="r" b="b"/>
            <a:pathLst>
              <a:path w="4381500" h="8467">
                <a:moveTo>
                  <a:pt x="0" y="0"/>
                </a:moveTo>
                <a:lnTo>
                  <a:pt x="4381500" y="0"/>
                </a:lnTo>
                <a:lnTo>
                  <a:pt x="4381500" y="8467"/>
                </a:lnTo>
                <a:lnTo>
                  <a:pt x="0" y="8467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30196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11099800" y="7052735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制作时间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696678" y="7001935"/>
            <a:ext cx="939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3分钟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33400" y="7924800"/>
            <a:ext cx="7493000" cy="711200"/>
          </a:xfrm>
          <a:custGeom>
            <a:avLst/>
            <a:gdLst/>
            <a:ahLst/>
            <a:cxnLst/>
            <a:rect l="l" t="t" r="r" b="b"/>
            <a:pathLst>
              <a:path w="7493000" h="711200">
                <a:moveTo>
                  <a:pt x="0" y="0"/>
                </a:moveTo>
                <a:lnTo>
                  <a:pt x="7391398" y="0"/>
                </a:lnTo>
                <a:cubicBezTo>
                  <a:pt x="7447511" y="0"/>
                  <a:pt x="7493000" y="45489"/>
                  <a:pt x="7493000" y="101602"/>
                </a:cubicBezTo>
                <a:lnTo>
                  <a:pt x="7493000" y="609598"/>
                </a:lnTo>
                <a:cubicBezTo>
                  <a:pt x="7493000" y="665711"/>
                  <a:pt x="7447511" y="711200"/>
                  <a:pt x="7391398" y="711200"/>
                </a:cubicBez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14902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533400" y="7924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</p:spPr>
      </p:sp>
      <p:sp>
        <p:nvSpPr>
          <p:cNvPr id="57" name="Shape 55"/>
          <p:cNvSpPr/>
          <p:nvPr/>
        </p:nvSpPr>
        <p:spPr>
          <a:xfrm>
            <a:off x="838200" y="8128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58" name="Text 56"/>
          <p:cNvSpPr/>
          <p:nvPr/>
        </p:nvSpPr>
        <p:spPr>
          <a:xfrm>
            <a:off x="1295400" y="8128000"/>
            <a:ext cx="351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数据思维: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从数据到洞察,从洞察到决策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55000" y="7924800"/>
            <a:ext cx="7493000" cy="711200"/>
          </a:xfrm>
          <a:custGeom>
            <a:avLst/>
            <a:gdLst/>
            <a:ahLst/>
            <a:cxnLst/>
            <a:rect l="l" t="t" r="r" b="b"/>
            <a:pathLst>
              <a:path w="7493000" h="711200">
                <a:moveTo>
                  <a:pt x="0" y="0"/>
                </a:moveTo>
                <a:lnTo>
                  <a:pt x="7391398" y="0"/>
                </a:lnTo>
                <a:cubicBezTo>
                  <a:pt x="7447511" y="0"/>
                  <a:pt x="7493000" y="45489"/>
                  <a:pt x="7493000" y="101602"/>
                </a:cubicBezTo>
                <a:lnTo>
                  <a:pt x="7493000" y="609598"/>
                </a:lnTo>
                <a:cubicBezTo>
                  <a:pt x="7493000" y="665711"/>
                  <a:pt x="7447511" y="711200"/>
                  <a:pt x="7391398" y="711200"/>
                </a:cubicBez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>
              <a:alpha val="14902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8255000" y="792480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61" name="Shape 59"/>
          <p:cNvSpPr/>
          <p:nvPr/>
        </p:nvSpPr>
        <p:spPr>
          <a:xfrm>
            <a:off x="8521700" y="812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62" name="Text 60"/>
          <p:cNvSpPr/>
          <p:nvPr/>
        </p:nvSpPr>
        <p:spPr>
          <a:xfrm>
            <a:off x="9017000" y="8128000"/>
            <a:ext cx="313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效率革命: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让Excel帮你做重复工作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venngage-wordpress.s3.amazonaws.com/432d08d531172086e0bd4949798c57a497c6e44d.png"/>
          <p:cNvPicPr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2024">
                  <a:alpha val="98000"/>
                </a:srgbClr>
              </a:gs>
              <a:gs pos="50000">
                <a:srgbClr val="1E2024">
                  <a:alpha val="90000"/>
                </a:srgbClr>
              </a:gs>
              <a:gs pos="100000">
                <a:srgbClr val="5C7A9E">
                  <a:alpha val="4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08000" y="969435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812800"/>
                </a:lnTo>
                <a:cubicBezTo>
                  <a:pt x="1016000" y="924949"/>
                  <a:pt x="924949" y="1016000"/>
                  <a:pt x="812800" y="1016000"/>
                </a:cubicBezTo>
                <a:lnTo>
                  <a:pt x="203200" y="1016000"/>
                </a:lnTo>
                <a:cubicBezTo>
                  <a:pt x="91051" y="1016000"/>
                  <a:pt x="0" y="924949"/>
                  <a:pt x="0" y="8128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5" name="Text 2"/>
          <p:cNvSpPr/>
          <p:nvPr/>
        </p:nvSpPr>
        <p:spPr>
          <a:xfrm>
            <a:off x="735277" y="1223435"/>
            <a:ext cx="787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78000" y="1452035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7" name="Text 4"/>
          <p:cNvSpPr/>
          <p:nvPr/>
        </p:nvSpPr>
        <p:spPr>
          <a:xfrm>
            <a:off x="508000" y="2493435"/>
            <a:ext cx="85217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PowerPoint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演示设计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185835"/>
            <a:ext cx="825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模板与母版系统 · 设计原则应用 · 演示交付技巧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2233" y="6256869"/>
            <a:ext cx="2472267" cy="1913467"/>
          </a:xfrm>
          <a:custGeom>
            <a:avLst/>
            <a:gdLst/>
            <a:ahLst/>
            <a:cxnLst/>
            <a:rect l="l" t="t" r="r" b="b"/>
            <a:pathLst>
              <a:path w="2472267" h="1913467">
                <a:moveTo>
                  <a:pt x="152408" y="0"/>
                </a:moveTo>
                <a:lnTo>
                  <a:pt x="2319859" y="0"/>
                </a:lnTo>
                <a:cubicBezTo>
                  <a:pt x="2404031" y="0"/>
                  <a:pt x="2472267" y="68235"/>
                  <a:pt x="2472267" y="152408"/>
                </a:cubicBezTo>
                <a:lnTo>
                  <a:pt x="2472267" y="1761059"/>
                </a:lnTo>
                <a:cubicBezTo>
                  <a:pt x="2472267" y="1845231"/>
                  <a:pt x="2404031" y="1913467"/>
                  <a:pt x="2319859" y="1913467"/>
                </a:cubicBezTo>
                <a:lnTo>
                  <a:pt x="152408" y="1913467"/>
                </a:lnTo>
                <a:cubicBezTo>
                  <a:pt x="68235" y="1913467"/>
                  <a:pt x="0" y="1845231"/>
                  <a:pt x="0" y="17610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2067" y="6565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3013" y="3870"/>
                </a:moveTo>
                <a:cubicBezTo>
                  <a:pt x="184100" y="-1265"/>
                  <a:pt x="196900" y="-1265"/>
                  <a:pt x="207987" y="3870"/>
                </a:cubicBezTo>
                <a:lnTo>
                  <a:pt x="370656" y="79028"/>
                </a:lnTo>
                <a:cubicBezTo>
                  <a:pt x="376982" y="81930"/>
                  <a:pt x="381000" y="88255"/>
                  <a:pt x="381000" y="95250"/>
                </a:cubicBezTo>
                <a:cubicBezTo>
                  <a:pt x="381000" y="102245"/>
                  <a:pt x="376982" y="108570"/>
                  <a:pt x="370656" y="111472"/>
                </a:cubicBezTo>
                <a:lnTo>
                  <a:pt x="207987" y="186630"/>
                </a:lnTo>
                <a:cubicBezTo>
                  <a:pt x="196900" y="191765"/>
                  <a:pt x="184100" y="191765"/>
                  <a:pt x="173013" y="186630"/>
                </a:cubicBezTo>
                <a:lnTo>
                  <a:pt x="10344" y="111472"/>
                </a:lnTo>
                <a:cubicBezTo>
                  <a:pt x="4018" y="108496"/>
                  <a:pt x="0" y="102171"/>
                  <a:pt x="0" y="95250"/>
                </a:cubicBezTo>
                <a:cubicBezTo>
                  <a:pt x="0" y="88329"/>
                  <a:pt x="4018" y="81930"/>
                  <a:pt x="10344" y="79028"/>
                </a:cubicBezTo>
                <a:lnTo>
                  <a:pt x="173013" y="3870"/>
                </a:lnTo>
                <a:close/>
                <a:moveTo>
                  <a:pt x="35793" y="162520"/>
                </a:moveTo>
                <a:lnTo>
                  <a:pt x="158055" y="219001"/>
                </a:lnTo>
                <a:cubicBezTo>
                  <a:pt x="178668" y="228526"/>
                  <a:pt x="202406" y="228526"/>
                  <a:pt x="223019" y="219001"/>
                </a:cubicBezTo>
                <a:lnTo>
                  <a:pt x="345281" y="162520"/>
                </a:lnTo>
                <a:lnTo>
                  <a:pt x="370656" y="174278"/>
                </a:lnTo>
                <a:cubicBezTo>
                  <a:pt x="376982" y="177180"/>
                  <a:pt x="381000" y="183505"/>
                  <a:pt x="381000" y="190500"/>
                </a:cubicBezTo>
                <a:cubicBezTo>
                  <a:pt x="381000" y="197495"/>
                  <a:pt x="376982" y="203820"/>
                  <a:pt x="370656" y="206722"/>
                </a:cubicBezTo>
                <a:lnTo>
                  <a:pt x="207987" y="281880"/>
                </a:lnTo>
                <a:cubicBezTo>
                  <a:pt x="196900" y="287015"/>
                  <a:pt x="184100" y="287015"/>
                  <a:pt x="173013" y="281880"/>
                </a:cubicBezTo>
                <a:lnTo>
                  <a:pt x="10344" y="206722"/>
                </a:lnTo>
                <a:cubicBezTo>
                  <a:pt x="4018" y="203746"/>
                  <a:pt x="0" y="197421"/>
                  <a:pt x="0" y="190500"/>
                </a:cubicBezTo>
                <a:cubicBezTo>
                  <a:pt x="0" y="183579"/>
                  <a:pt x="4018" y="177180"/>
                  <a:pt x="10344" y="174278"/>
                </a:cubicBezTo>
                <a:lnTo>
                  <a:pt x="35719" y="162520"/>
                </a:lnTo>
                <a:close/>
                <a:moveTo>
                  <a:pt x="10344" y="269528"/>
                </a:moveTo>
                <a:lnTo>
                  <a:pt x="35719" y="257770"/>
                </a:lnTo>
                <a:lnTo>
                  <a:pt x="157981" y="314251"/>
                </a:lnTo>
                <a:cubicBezTo>
                  <a:pt x="178594" y="323776"/>
                  <a:pt x="202332" y="323776"/>
                  <a:pt x="222945" y="314251"/>
                </a:cubicBezTo>
                <a:lnTo>
                  <a:pt x="345207" y="257770"/>
                </a:lnTo>
                <a:lnTo>
                  <a:pt x="370582" y="269528"/>
                </a:lnTo>
                <a:cubicBezTo>
                  <a:pt x="376907" y="272430"/>
                  <a:pt x="380926" y="278755"/>
                  <a:pt x="380926" y="285750"/>
                </a:cubicBezTo>
                <a:cubicBezTo>
                  <a:pt x="380926" y="292745"/>
                  <a:pt x="376907" y="299070"/>
                  <a:pt x="370582" y="301972"/>
                </a:cubicBezTo>
                <a:lnTo>
                  <a:pt x="207913" y="377130"/>
                </a:lnTo>
                <a:cubicBezTo>
                  <a:pt x="196825" y="382265"/>
                  <a:pt x="184026" y="382265"/>
                  <a:pt x="172938" y="377130"/>
                </a:cubicBezTo>
                <a:lnTo>
                  <a:pt x="10344" y="301972"/>
                </a:lnTo>
                <a:cubicBezTo>
                  <a:pt x="4018" y="298996"/>
                  <a:pt x="0" y="292671"/>
                  <a:pt x="0" y="285750"/>
                </a:cubicBezTo>
                <a:cubicBezTo>
                  <a:pt x="0" y="278829"/>
                  <a:pt x="4018" y="272430"/>
                  <a:pt x="10344" y="269528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1" name="Text 8"/>
          <p:cNvSpPr/>
          <p:nvPr/>
        </p:nvSpPr>
        <p:spPr>
          <a:xfrm>
            <a:off x="821267" y="70993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母版系统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1267" y="7556500"/>
            <a:ext cx="1955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统一管理版式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00677" y="6256869"/>
            <a:ext cx="2472267" cy="1913467"/>
          </a:xfrm>
          <a:custGeom>
            <a:avLst/>
            <a:gdLst/>
            <a:ahLst/>
            <a:cxnLst/>
            <a:rect l="l" t="t" r="r" b="b"/>
            <a:pathLst>
              <a:path w="2472267" h="1913467">
                <a:moveTo>
                  <a:pt x="152408" y="0"/>
                </a:moveTo>
                <a:lnTo>
                  <a:pt x="2319859" y="0"/>
                </a:lnTo>
                <a:cubicBezTo>
                  <a:pt x="2404031" y="0"/>
                  <a:pt x="2472267" y="68235"/>
                  <a:pt x="2472267" y="152408"/>
                </a:cubicBezTo>
                <a:lnTo>
                  <a:pt x="2472267" y="1761059"/>
                </a:lnTo>
                <a:cubicBezTo>
                  <a:pt x="2472267" y="1845231"/>
                  <a:pt x="2404031" y="1913467"/>
                  <a:pt x="2319859" y="1913467"/>
                </a:cubicBezTo>
                <a:lnTo>
                  <a:pt x="152408" y="1913467"/>
                </a:lnTo>
                <a:cubicBezTo>
                  <a:pt x="68235" y="1913467"/>
                  <a:pt x="0" y="1845231"/>
                  <a:pt x="0" y="17610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36698" y="65659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57560" y="7665"/>
                </a:moveTo>
                <a:lnTo>
                  <a:pt x="192807" y="117574"/>
                </a:lnTo>
                <a:cubicBezTo>
                  <a:pt x="171152" y="132011"/>
                  <a:pt x="157386" y="155451"/>
                  <a:pt x="155153" y="181049"/>
                </a:cubicBezTo>
                <a:cubicBezTo>
                  <a:pt x="201513" y="190574"/>
                  <a:pt x="238051" y="227112"/>
                  <a:pt x="247650" y="273546"/>
                </a:cubicBezTo>
                <a:cubicBezTo>
                  <a:pt x="273323" y="271314"/>
                  <a:pt x="296689" y="257547"/>
                  <a:pt x="311125" y="235893"/>
                </a:cubicBezTo>
                <a:lnTo>
                  <a:pt x="420960" y="71065"/>
                </a:lnTo>
                <a:cubicBezTo>
                  <a:pt x="425946" y="63550"/>
                  <a:pt x="428625" y="54769"/>
                  <a:pt x="428625" y="45690"/>
                </a:cubicBezTo>
                <a:cubicBezTo>
                  <a:pt x="428625" y="20464"/>
                  <a:pt x="408161" y="0"/>
                  <a:pt x="382935" y="0"/>
                </a:cubicBezTo>
                <a:cubicBezTo>
                  <a:pt x="373931" y="0"/>
                  <a:pt x="365075" y="2679"/>
                  <a:pt x="357560" y="7665"/>
                </a:cubicBezTo>
                <a:close/>
                <a:moveTo>
                  <a:pt x="214313" y="297656"/>
                </a:moveTo>
                <a:cubicBezTo>
                  <a:pt x="214313" y="251594"/>
                  <a:pt x="177031" y="214313"/>
                  <a:pt x="130969" y="214313"/>
                </a:cubicBezTo>
                <a:cubicBezTo>
                  <a:pt x="84906" y="214313"/>
                  <a:pt x="47625" y="251594"/>
                  <a:pt x="47625" y="297656"/>
                </a:cubicBezTo>
                <a:cubicBezTo>
                  <a:pt x="47625" y="300558"/>
                  <a:pt x="47774" y="303461"/>
                  <a:pt x="48071" y="306288"/>
                </a:cubicBezTo>
                <a:cubicBezTo>
                  <a:pt x="49411" y="319311"/>
                  <a:pt x="40481" y="333375"/>
                  <a:pt x="27384" y="333375"/>
                </a:cubicBezTo>
                <a:lnTo>
                  <a:pt x="23812" y="333375"/>
                </a:lnTo>
                <a:cubicBezTo>
                  <a:pt x="10641" y="333375"/>
                  <a:pt x="0" y="344016"/>
                  <a:pt x="0" y="357188"/>
                </a:cubicBezTo>
                <a:cubicBezTo>
                  <a:pt x="0" y="370359"/>
                  <a:pt x="10641" y="381000"/>
                  <a:pt x="23812" y="381000"/>
                </a:cubicBezTo>
                <a:lnTo>
                  <a:pt x="130969" y="381000"/>
                </a:lnTo>
                <a:cubicBezTo>
                  <a:pt x="177031" y="381000"/>
                  <a:pt x="214313" y="343719"/>
                  <a:pt x="214313" y="297656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5" name="Text 12"/>
          <p:cNvSpPr/>
          <p:nvPr/>
        </p:nvSpPr>
        <p:spPr>
          <a:xfrm>
            <a:off x="3609711" y="70993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CRAP原则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09711" y="7556500"/>
            <a:ext cx="1955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专业设计应用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89121" y="6256869"/>
            <a:ext cx="2472267" cy="1913467"/>
          </a:xfrm>
          <a:custGeom>
            <a:avLst/>
            <a:gdLst/>
            <a:ahLst/>
            <a:cxnLst/>
            <a:rect l="l" t="t" r="r" b="b"/>
            <a:pathLst>
              <a:path w="2472267" h="1913467">
                <a:moveTo>
                  <a:pt x="152408" y="0"/>
                </a:moveTo>
                <a:lnTo>
                  <a:pt x="2319859" y="0"/>
                </a:lnTo>
                <a:cubicBezTo>
                  <a:pt x="2404031" y="0"/>
                  <a:pt x="2472267" y="68235"/>
                  <a:pt x="2472267" y="152408"/>
                </a:cubicBezTo>
                <a:lnTo>
                  <a:pt x="2472267" y="1761059"/>
                </a:lnTo>
                <a:cubicBezTo>
                  <a:pt x="2472267" y="1845231"/>
                  <a:pt x="2404031" y="1913467"/>
                  <a:pt x="2319859" y="1913467"/>
                </a:cubicBezTo>
                <a:lnTo>
                  <a:pt x="152408" y="1913467"/>
                </a:lnTo>
                <a:cubicBezTo>
                  <a:pt x="68235" y="1913467"/>
                  <a:pt x="0" y="1845231"/>
                  <a:pt x="0" y="1761059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8954" y="6565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9039" y="170036"/>
                </a:moveTo>
                <a:cubicBezTo>
                  <a:pt x="58936" y="100831"/>
                  <a:pt x="118542" y="47625"/>
                  <a:pt x="190500" y="47625"/>
                </a:cubicBezTo>
                <a:cubicBezTo>
                  <a:pt x="229939" y="47625"/>
                  <a:pt x="265658" y="63624"/>
                  <a:pt x="291554" y="89446"/>
                </a:cubicBezTo>
                <a:cubicBezTo>
                  <a:pt x="291703" y="89595"/>
                  <a:pt x="291852" y="89743"/>
                  <a:pt x="292001" y="89892"/>
                </a:cubicBezTo>
                <a:lnTo>
                  <a:pt x="297656" y="95250"/>
                </a:lnTo>
                <a:lnTo>
                  <a:pt x="262012" y="95250"/>
                </a:lnTo>
                <a:cubicBezTo>
                  <a:pt x="248841" y="95250"/>
                  <a:pt x="238199" y="105891"/>
                  <a:pt x="238199" y="119063"/>
                </a:cubicBezTo>
                <a:cubicBezTo>
                  <a:pt x="238199" y="132234"/>
                  <a:pt x="248841" y="142875"/>
                  <a:pt x="262012" y="142875"/>
                </a:cubicBezTo>
                <a:lnTo>
                  <a:pt x="357262" y="142875"/>
                </a:lnTo>
                <a:cubicBezTo>
                  <a:pt x="370433" y="142875"/>
                  <a:pt x="381074" y="132234"/>
                  <a:pt x="381074" y="119063"/>
                </a:cubicBezTo>
                <a:lnTo>
                  <a:pt x="381074" y="23812"/>
                </a:lnTo>
                <a:cubicBezTo>
                  <a:pt x="381074" y="10641"/>
                  <a:pt x="370433" y="0"/>
                  <a:pt x="357262" y="0"/>
                </a:cubicBezTo>
                <a:cubicBezTo>
                  <a:pt x="344091" y="0"/>
                  <a:pt x="333449" y="10641"/>
                  <a:pt x="333449" y="23812"/>
                </a:cubicBezTo>
                <a:lnTo>
                  <a:pt x="333449" y="63550"/>
                </a:lnTo>
                <a:lnTo>
                  <a:pt x="325041" y="55587"/>
                </a:lnTo>
                <a:cubicBezTo>
                  <a:pt x="290587" y="21282"/>
                  <a:pt x="242962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lose/>
                <a:moveTo>
                  <a:pt x="379065" y="217661"/>
                </a:moveTo>
                <a:cubicBezTo>
                  <a:pt x="380926" y="204639"/>
                  <a:pt x="371847" y="192584"/>
                  <a:pt x="358899" y="190723"/>
                </a:cubicBezTo>
                <a:cubicBezTo>
                  <a:pt x="345951" y="188863"/>
                  <a:pt x="333821" y="197941"/>
                  <a:pt x="331961" y="210889"/>
                </a:cubicBezTo>
                <a:cubicBezTo>
                  <a:pt x="322064" y="280095"/>
                  <a:pt x="262458" y="333301"/>
                  <a:pt x="190500" y="333301"/>
                </a:cubicBezTo>
                <a:cubicBezTo>
                  <a:pt x="151061" y="333301"/>
                  <a:pt x="115342" y="317302"/>
                  <a:pt x="89446" y="291480"/>
                </a:cubicBezTo>
                <a:cubicBezTo>
                  <a:pt x="89297" y="291331"/>
                  <a:pt x="89148" y="291182"/>
                  <a:pt x="88999" y="291033"/>
                </a:cubicBezTo>
                <a:lnTo>
                  <a:pt x="83344" y="285676"/>
                </a:lnTo>
                <a:lnTo>
                  <a:pt x="118988" y="285676"/>
                </a:lnTo>
                <a:cubicBezTo>
                  <a:pt x="132159" y="285676"/>
                  <a:pt x="142801" y="275034"/>
                  <a:pt x="142801" y="261863"/>
                </a:cubicBezTo>
                <a:cubicBezTo>
                  <a:pt x="142801" y="248692"/>
                  <a:pt x="132159" y="238051"/>
                  <a:pt x="118988" y="238051"/>
                </a:cubicBezTo>
                <a:lnTo>
                  <a:pt x="23812" y="238125"/>
                </a:lnTo>
                <a:cubicBezTo>
                  <a:pt x="17487" y="238125"/>
                  <a:pt x="11385" y="240655"/>
                  <a:pt x="6921" y="245194"/>
                </a:cubicBezTo>
                <a:cubicBezTo>
                  <a:pt x="2456" y="249734"/>
                  <a:pt x="-74" y="255761"/>
                  <a:pt x="0" y="262161"/>
                </a:cubicBezTo>
                <a:lnTo>
                  <a:pt x="744" y="356667"/>
                </a:lnTo>
                <a:cubicBezTo>
                  <a:pt x="819" y="369838"/>
                  <a:pt x="11609" y="380405"/>
                  <a:pt x="24780" y="380256"/>
                </a:cubicBezTo>
                <a:cubicBezTo>
                  <a:pt x="37951" y="380107"/>
                  <a:pt x="48518" y="369391"/>
                  <a:pt x="48369" y="356220"/>
                </a:cubicBezTo>
                <a:lnTo>
                  <a:pt x="48071" y="317897"/>
                </a:lnTo>
                <a:lnTo>
                  <a:pt x="56034" y="325413"/>
                </a:lnTo>
                <a:cubicBezTo>
                  <a:pt x="90488" y="359718"/>
                  <a:pt x="138038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9" name="Text 16"/>
          <p:cNvSpPr/>
          <p:nvPr/>
        </p:nvSpPr>
        <p:spPr>
          <a:xfrm>
            <a:off x="6398154" y="70993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演示交付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98154" y="7556500"/>
            <a:ext cx="1955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演讲者视图技巧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PPT DESIGN MASTERY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PPT设计原则与实战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2233" y="1731433"/>
            <a:ext cx="6853767" cy="7082367"/>
          </a:xfrm>
          <a:custGeom>
            <a:avLst/>
            <a:gdLst/>
            <a:ahLst/>
            <a:cxnLst/>
            <a:rect l="l" t="t" r="r" b="b"/>
            <a:pathLst>
              <a:path w="6853767" h="7082367">
                <a:moveTo>
                  <a:pt x="152428" y="0"/>
                </a:moveTo>
                <a:lnTo>
                  <a:pt x="6701339" y="0"/>
                </a:lnTo>
                <a:cubicBezTo>
                  <a:pt x="6785522" y="0"/>
                  <a:pt x="6853767" y="68244"/>
                  <a:pt x="6853767" y="152428"/>
                </a:cubicBezTo>
                <a:lnTo>
                  <a:pt x="6853767" y="6929939"/>
                </a:lnTo>
                <a:cubicBezTo>
                  <a:pt x="6853767" y="7014122"/>
                  <a:pt x="6785522" y="7082367"/>
                  <a:pt x="6701339" y="7082367"/>
                </a:cubicBezTo>
                <a:lnTo>
                  <a:pt x="152428" y="7082367"/>
                </a:lnTo>
                <a:cubicBezTo>
                  <a:pt x="68244" y="7082367"/>
                  <a:pt x="0" y="7014122"/>
                  <a:pt x="0" y="6929939"/>
                </a:cubicBezTo>
                <a:lnTo>
                  <a:pt x="0" y="152428"/>
                </a:lnTo>
                <a:cubicBezTo>
                  <a:pt x="0" y="68301"/>
                  <a:pt x="68301" y="0"/>
                  <a:pt x="152428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467" y="1989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6" name="Shape 4"/>
          <p:cNvSpPr/>
          <p:nvPr/>
        </p:nvSpPr>
        <p:spPr>
          <a:xfrm>
            <a:off x="973667" y="219287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634067" y="2040471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幻灯片母版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34067" y="2396071"/>
            <a:ext cx="1358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战略意义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0467" y="2904071"/>
            <a:ext cx="6337300" cy="1092200"/>
          </a:xfrm>
          <a:custGeom>
            <a:avLst/>
            <a:gdLst/>
            <a:ahLst/>
            <a:cxnLst/>
            <a:rect l="l" t="t" r="r" b="b"/>
            <a:pathLst>
              <a:path w="6337300" h="1092200">
                <a:moveTo>
                  <a:pt x="101596" y="0"/>
                </a:moveTo>
                <a:lnTo>
                  <a:pt x="6235704" y="0"/>
                </a:lnTo>
                <a:cubicBezTo>
                  <a:pt x="6291814" y="0"/>
                  <a:pt x="6337300" y="45486"/>
                  <a:pt x="6337300" y="101596"/>
                </a:cubicBezTo>
                <a:lnTo>
                  <a:pt x="6337300" y="990604"/>
                </a:lnTo>
                <a:cubicBezTo>
                  <a:pt x="6337300" y="1046714"/>
                  <a:pt x="6291814" y="1092200"/>
                  <a:pt x="62357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22867" y="3056471"/>
            <a:ext cx="6146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统一版式设计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2867" y="3513671"/>
            <a:ext cx="61341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所有幻灯片自动继承母版样式，确保一致性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0467" y="4580471"/>
            <a:ext cx="6337300" cy="1092200"/>
          </a:xfrm>
          <a:custGeom>
            <a:avLst/>
            <a:gdLst/>
            <a:ahLst/>
            <a:cxnLst/>
            <a:rect l="l" t="t" r="r" b="b"/>
            <a:pathLst>
              <a:path w="6337300" h="1092200">
                <a:moveTo>
                  <a:pt x="101596" y="0"/>
                </a:moveTo>
                <a:lnTo>
                  <a:pt x="6235704" y="0"/>
                </a:lnTo>
                <a:cubicBezTo>
                  <a:pt x="6291814" y="0"/>
                  <a:pt x="6337300" y="45486"/>
                  <a:pt x="6337300" y="101596"/>
                </a:cubicBezTo>
                <a:lnTo>
                  <a:pt x="6337300" y="990604"/>
                </a:lnTo>
                <a:cubicBezTo>
                  <a:pt x="6337300" y="1046714"/>
                  <a:pt x="6291814" y="1092200"/>
                  <a:pt x="62357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22867" y="4732871"/>
            <a:ext cx="6146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批量修改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2867" y="5190071"/>
            <a:ext cx="61341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修改母版，所有幻灯片自动更新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0467" y="6256871"/>
            <a:ext cx="6337300" cy="1092200"/>
          </a:xfrm>
          <a:custGeom>
            <a:avLst/>
            <a:gdLst/>
            <a:ahLst/>
            <a:cxnLst/>
            <a:rect l="l" t="t" r="r" b="b"/>
            <a:pathLst>
              <a:path w="6337300" h="1092200">
                <a:moveTo>
                  <a:pt x="101596" y="0"/>
                </a:moveTo>
                <a:lnTo>
                  <a:pt x="6235704" y="0"/>
                </a:lnTo>
                <a:cubicBezTo>
                  <a:pt x="6291814" y="0"/>
                  <a:pt x="6337300" y="45486"/>
                  <a:pt x="6337300" y="101596"/>
                </a:cubicBezTo>
                <a:lnTo>
                  <a:pt x="6337300" y="990604"/>
                </a:lnTo>
                <a:cubicBezTo>
                  <a:pt x="6337300" y="1046714"/>
                  <a:pt x="6291814" y="1092200"/>
                  <a:pt x="6235704" y="1092200"/>
                </a:cubicBezTo>
                <a:lnTo>
                  <a:pt x="101596" y="1092200"/>
                </a:lnTo>
                <a:cubicBezTo>
                  <a:pt x="45486" y="1092200"/>
                  <a:pt x="0" y="1046714"/>
                  <a:pt x="0" y="990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922867" y="6409271"/>
            <a:ext cx="6146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主题系统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2867" y="6866471"/>
            <a:ext cx="61341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统一颜色和字体，建立品牌视觉识别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4700" y="7937504"/>
            <a:ext cx="6320367" cy="618067"/>
          </a:xfrm>
          <a:custGeom>
            <a:avLst/>
            <a:gdLst/>
            <a:ahLst/>
            <a:cxnLst/>
            <a:rect l="l" t="t" r="r" b="b"/>
            <a:pathLst>
              <a:path w="6320367" h="618067">
                <a:moveTo>
                  <a:pt x="101598" y="0"/>
                </a:moveTo>
                <a:lnTo>
                  <a:pt x="6218769" y="0"/>
                </a:lnTo>
                <a:cubicBezTo>
                  <a:pt x="6274880" y="0"/>
                  <a:pt x="6320367" y="45487"/>
                  <a:pt x="6320367" y="101598"/>
                </a:cubicBezTo>
                <a:lnTo>
                  <a:pt x="6320367" y="516469"/>
                </a:lnTo>
                <a:cubicBezTo>
                  <a:pt x="6320367" y="572580"/>
                  <a:pt x="6274880" y="618067"/>
                  <a:pt x="6218769" y="618067"/>
                </a:cubicBezTo>
                <a:lnTo>
                  <a:pt x="101598" y="618067"/>
                </a:lnTo>
                <a:cubicBezTo>
                  <a:pt x="45487" y="618067"/>
                  <a:pt x="0" y="572580"/>
                  <a:pt x="0" y="516469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E8A857">
              <a:alpha val="14902"/>
            </a:srgbClr>
          </a:solidFill>
          <a:ln w="8467">
            <a:solidFill>
              <a:srgbClr val="E8A857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333" y="8094135"/>
            <a:ext cx="610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应用场景: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企业模板、品牌标准、会议规范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4233" y="1731433"/>
            <a:ext cx="8123767" cy="3818467"/>
          </a:xfrm>
          <a:custGeom>
            <a:avLst/>
            <a:gdLst/>
            <a:ahLst/>
            <a:cxnLst/>
            <a:rect l="l" t="t" r="r" b="b"/>
            <a:pathLst>
              <a:path w="8123767" h="3818467">
                <a:moveTo>
                  <a:pt x="152395" y="0"/>
                </a:moveTo>
                <a:lnTo>
                  <a:pt x="7971372" y="0"/>
                </a:lnTo>
                <a:cubicBezTo>
                  <a:pt x="8055537" y="0"/>
                  <a:pt x="8123767" y="68230"/>
                  <a:pt x="8123767" y="152395"/>
                </a:cubicBezTo>
                <a:lnTo>
                  <a:pt x="8123767" y="3666072"/>
                </a:lnTo>
                <a:cubicBezTo>
                  <a:pt x="8123767" y="3750237"/>
                  <a:pt x="8055537" y="3818467"/>
                  <a:pt x="7971372" y="3818467"/>
                </a:cubicBezTo>
                <a:lnTo>
                  <a:pt x="152395" y="3818467"/>
                </a:lnTo>
                <a:cubicBezTo>
                  <a:pt x="68230" y="3818467"/>
                  <a:pt x="0" y="3750237"/>
                  <a:pt x="0" y="3666072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E8A857">
                  <a:alpha val="30000"/>
                </a:srgbClr>
              </a:gs>
              <a:gs pos="100000">
                <a:srgbClr val="E8A857">
                  <a:alpha val="10000"/>
                </a:srgbClr>
              </a:gs>
            </a:gsLst>
            <a:lin ang="2700000" scaled="1"/>
          </a:gra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82467" y="1989671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2" name="Shape 20"/>
          <p:cNvSpPr/>
          <p:nvPr/>
        </p:nvSpPr>
        <p:spPr>
          <a:xfrm>
            <a:off x="8085667" y="219287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0506" y="0"/>
                </a:moveTo>
                <a:cubicBezTo>
                  <a:pt x="251936" y="0"/>
                  <a:pt x="262890" y="4524"/>
                  <a:pt x="270927" y="12621"/>
                </a:cubicBezTo>
                <a:lnTo>
                  <a:pt x="292179" y="33873"/>
                </a:lnTo>
                <a:cubicBezTo>
                  <a:pt x="300276" y="41910"/>
                  <a:pt x="304800" y="52864"/>
                  <a:pt x="304800" y="64294"/>
                </a:cubicBezTo>
                <a:cubicBezTo>
                  <a:pt x="304800" y="75724"/>
                  <a:pt x="300276" y="86678"/>
                  <a:pt x="292179" y="94714"/>
                </a:cubicBezTo>
                <a:lnTo>
                  <a:pt x="265450" y="121444"/>
                </a:lnTo>
                <a:lnTo>
                  <a:pt x="183356" y="39350"/>
                </a:lnTo>
                <a:lnTo>
                  <a:pt x="210086" y="12621"/>
                </a:lnTo>
                <a:cubicBezTo>
                  <a:pt x="218123" y="4524"/>
                  <a:pt x="229076" y="0"/>
                  <a:pt x="240506" y="0"/>
                </a:cubicBezTo>
                <a:close/>
                <a:moveTo>
                  <a:pt x="35064" y="187583"/>
                </a:moveTo>
                <a:lnTo>
                  <a:pt x="163175" y="59531"/>
                </a:lnTo>
                <a:lnTo>
                  <a:pt x="245269" y="141625"/>
                </a:lnTo>
                <a:lnTo>
                  <a:pt x="117217" y="269736"/>
                </a:lnTo>
                <a:cubicBezTo>
                  <a:pt x="110847" y="276106"/>
                  <a:pt x="102870" y="280749"/>
                  <a:pt x="94178" y="283190"/>
                </a:cubicBezTo>
                <a:lnTo>
                  <a:pt x="18098" y="304264"/>
                </a:lnTo>
                <a:cubicBezTo>
                  <a:pt x="13156" y="305633"/>
                  <a:pt x="7799" y="304264"/>
                  <a:pt x="4167" y="300573"/>
                </a:cubicBezTo>
                <a:cubicBezTo>
                  <a:pt x="536" y="296882"/>
                  <a:pt x="-893" y="291584"/>
                  <a:pt x="476" y="286643"/>
                </a:cubicBezTo>
                <a:lnTo>
                  <a:pt x="21669" y="210622"/>
                </a:lnTo>
                <a:cubicBezTo>
                  <a:pt x="24110" y="201930"/>
                  <a:pt x="28694" y="194012"/>
                  <a:pt x="35123" y="187583"/>
                </a:cubicBezTo>
                <a:close/>
                <a:moveTo>
                  <a:pt x="134183" y="48101"/>
                </a:moveTo>
                <a:lnTo>
                  <a:pt x="48101" y="134183"/>
                </a:lnTo>
                <a:lnTo>
                  <a:pt x="6965" y="93047"/>
                </a:lnTo>
                <a:cubicBezTo>
                  <a:pt x="-2322" y="83760"/>
                  <a:pt x="-2322" y="68699"/>
                  <a:pt x="6965" y="59353"/>
                </a:cubicBezTo>
                <a:lnTo>
                  <a:pt x="59353" y="6965"/>
                </a:lnTo>
                <a:cubicBezTo>
                  <a:pt x="68640" y="-2322"/>
                  <a:pt x="83701" y="-2322"/>
                  <a:pt x="93047" y="6965"/>
                </a:cubicBezTo>
                <a:lnTo>
                  <a:pt x="96560" y="10478"/>
                </a:lnTo>
                <a:lnTo>
                  <a:pt x="63044" y="43994"/>
                </a:lnTo>
                <a:cubicBezTo>
                  <a:pt x="58400" y="48637"/>
                  <a:pt x="58400" y="56198"/>
                  <a:pt x="63044" y="60841"/>
                </a:cubicBezTo>
                <a:cubicBezTo>
                  <a:pt x="67687" y="65484"/>
                  <a:pt x="75248" y="65484"/>
                  <a:pt x="79891" y="60841"/>
                </a:cubicBezTo>
                <a:lnTo>
                  <a:pt x="113407" y="27325"/>
                </a:lnTo>
                <a:lnTo>
                  <a:pt x="134183" y="48101"/>
                </a:lnTo>
                <a:close/>
                <a:moveTo>
                  <a:pt x="256699" y="170617"/>
                </a:moveTo>
                <a:lnTo>
                  <a:pt x="277475" y="191393"/>
                </a:lnTo>
                <a:lnTo>
                  <a:pt x="243959" y="224909"/>
                </a:lnTo>
                <a:cubicBezTo>
                  <a:pt x="239316" y="229553"/>
                  <a:pt x="239316" y="237113"/>
                  <a:pt x="243959" y="241756"/>
                </a:cubicBezTo>
                <a:cubicBezTo>
                  <a:pt x="248602" y="246400"/>
                  <a:pt x="256163" y="246400"/>
                  <a:pt x="260806" y="241756"/>
                </a:cubicBezTo>
                <a:lnTo>
                  <a:pt x="294322" y="208240"/>
                </a:lnTo>
                <a:lnTo>
                  <a:pt x="297835" y="211753"/>
                </a:lnTo>
                <a:cubicBezTo>
                  <a:pt x="307122" y="221040"/>
                  <a:pt x="307122" y="236101"/>
                  <a:pt x="297835" y="245447"/>
                </a:cubicBezTo>
                <a:lnTo>
                  <a:pt x="245447" y="297835"/>
                </a:lnTo>
                <a:cubicBezTo>
                  <a:pt x="236160" y="307122"/>
                  <a:pt x="221099" y="307122"/>
                  <a:pt x="211753" y="297835"/>
                </a:cubicBezTo>
                <a:lnTo>
                  <a:pt x="170617" y="256699"/>
                </a:lnTo>
                <a:lnTo>
                  <a:pt x="256699" y="170617"/>
                </a:lnTo>
                <a:close/>
              </a:path>
            </a:pathLst>
          </a:custGeom>
          <a:solidFill>
            <a:srgbClr val="1E2024"/>
          </a:solidFill>
        </p:spPr>
      </p:sp>
      <p:sp>
        <p:nvSpPr>
          <p:cNvPr id="23" name="Text 21"/>
          <p:cNvSpPr/>
          <p:nvPr/>
        </p:nvSpPr>
        <p:spPr>
          <a:xfrm>
            <a:off x="8746067" y="2040471"/>
            <a:ext cx="2095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CRAP设计四原则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46067" y="2396071"/>
            <a:ext cx="2057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专业设计基础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882467" y="2904071"/>
            <a:ext cx="3721100" cy="1117600"/>
          </a:xfrm>
          <a:custGeom>
            <a:avLst/>
            <a:gdLst/>
            <a:ahLst/>
            <a:cxnLst/>
            <a:rect l="l" t="t" r="r" b="b"/>
            <a:pathLst>
              <a:path w="3721100" h="1117600">
                <a:moveTo>
                  <a:pt x="101601" y="0"/>
                </a:moveTo>
                <a:lnTo>
                  <a:pt x="3619499" y="0"/>
                </a:lnTo>
                <a:cubicBezTo>
                  <a:pt x="3675612" y="0"/>
                  <a:pt x="3721100" y="45488"/>
                  <a:pt x="3721100" y="101601"/>
                </a:cubicBezTo>
                <a:lnTo>
                  <a:pt x="3721100" y="1015999"/>
                </a:lnTo>
                <a:cubicBezTo>
                  <a:pt x="3721100" y="1072112"/>
                  <a:pt x="3675612" y="1117600"/>
                  <a:pt x="36194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8034867" y="305647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0"/>
                </a:moveTo>
                <a:lnTo>
                  <a:pt x="330200" y="0"/>
                </a:lnTo>
                <a:cubicBezTo>
                  <a:pt x="372256" y="0"/>
                  <a:pt x="406400" y="34144"/>
                  <a:pt x="406400" y="76200"/>
                </a:cubicBezTo>
                <a:lnTo>
                  <a:pt x="406400" y="330200"/>
                </a:lnTo>
                <a:cubicBezTo>
                  <a:pt x="406400" y="372256"/>
                  <a:pt x="372256" y="406400"/>
                  <a:pt x="330200" y="406400"/>
                </a:cubicBezTo>
                <a:lnTo>
                  <a:pt x="76200" y="406400"/>
                </a:lnTo>
                <a:cubicBezTo>
                  <a:pt x="34144" y="406400"/>
                  <a:pt x="0" y="372256"/>
                  <a:pt x="0" y="330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7" name="Text 25"/>
          <p:cNvSpPr/>
          <p:nvPr/>
        </p:nvSpPr>
        <p:spPr>
          <a:xfrm>
            <a:off x="8158295" y="3081871"/>
            <a:ext cx="279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E20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2867" y="3081871"/>
            <a:ext cx="57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34867" y="3564471"/>
            <a:ext cx="351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大小、颜色、形状对比突出重点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760200" y="2904071"/>
            <a:ext cx="3721100" cy="1117600"/>
          </a:xfrm>
          <a:custGeom>
            <a:avLst/>
            <a:gdLst/>
            <a:ahLst/>
            <a:cxnLst/>
            <a:rect l="l" t="t" r="r" b="b"/>
            <a:pathLst>
              <a:path w="3721100" h="1117600">
                <a:moveTo>
                  <a:pt x="101601" y="0"/>
                </a:moveTo>
                <a:lnTo>
                  <a:pt x="3619499" y="0"/>
                </a:lnTo>
                <a:cubicBezTo>
                  <a:pt x="3675612" y="0"/>
                  <a:pt x="3721100" y="45488"/>
                  <a:pt x="3721100" y="101601"/>
                </a:cubicBezTo>
                <a:lnTo>
                  <a:pt x="3721100" y="1015999"/>
                </a:lnTo>
                <a:cubicBezTo>
                  <a:pt x="3721100" y="1072112"/>
                  <a:pt x="3675612" y="1117600"/>
                  <a:pt x="36194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11912600" y="305647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0"/>
                </a:moveTo>
                <a:lnTo>
                  <a:pt x="330200" y="0"/>
                </a:lnTo>
                <a:cubicBezTo>
                  <a:pt x="372256" y="0"/>
                  <a:pt x="406400" y="34144"/>
                  <a:pt x="406400" y="76200"/>
                </a:cubicBezTo>
                <a:lnTo>
                  <a:pt x="406400" y="330200"/>
                </a:lnTo>
                <a:cubicBezTo>
                  <a:pt x="406400" y="372256"/>
                  <a:pt x="372256" y="406400"/>
                  <a:pt x="330200" y="406400"/>
                </a:cubicBezTo>
                <a:lnTo>
                  <a:pt x="76200" y="406400"/>
                </a:lnTo>
                <a:cubicBezTo>
                  <a:pt x="34144" y="406400"/>
                  <a:pt x="0" y="372256"/>
                  <a:pt x="0" y="330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32" name="Text 30"/>
          <p:cNvSpPr/>
          <p:nvPr/>
        </p:nvSpPr>
        <p:spPr>
          <a:xfrm>
            <a:off x="12043834" y="3081871"/>
            <a:ext cx="25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E20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420600" y="3081871"/>
            <a:ext cx="57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912600" y="3564471"/>
            <a:ext cx="351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统一元素建立视觉连贯性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882467" y="4174071"/>
            <a:ext cx="3721100" cy="1117600"/>
          </a:xfrm>
          <a:custGeom>
            <a:avLst/>
            <a:gdLst/>
            <a:ahLst/>
            <a:cxnLst/>
            <a:rect l="l" t="t" r="r" b="b"/>
            <a:pathLst>
              <a:path w="3721100" h="1117600">
                <a:moveTo>
                  <a:pt x="101601" y="0"/>
                </a:moveTo>
                <a:lnTo>
                  <a:pt x="3619499" y="0"/>
                </a:lnTo>
                <a:cubicBezTo>
                  <a:pt x="3675612" y="0"/>
                  <a:pt x="3721100" y="45488"/>
                  <a:pt x="3721100" y="101601"/>
                </a:cubicBezTo>
                <a:lnTo>
                  <a:pt x="3721100" y="1015999"/>
                </a:lnTo>
                <a:cubicBezTo>
                  <a:pt x="3721100" y="1072112"/>
                  <a:pt x="3675612" y="1117600"/>
                  <a:pt x="36194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8034867" y="432647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0"/>
                </a:moveTo>
                <a:lnTo>
                  <a:pt x="330200" y="0"/>
                </a:lnTo>
                <a:cubicBezTo>
                  <a:pt x="372256" y="0"/>
                  <a:pt x="406400" y="34144"/>
                  <a:pt x="406400" y="76200"/>
                </a:cubicBezTo>
                <a:lnTo>
                  <a:pt x="406400" y="330200"/>
                </a:lnTo>
                <a:cubicBezTo>
                  <a:pt x="406400" y="372256"/>
                  <a:pt x="372256" y="406400"/>
                  <a:pt x="330200" y="406400"/>
                </a:cubicBezTo>
                <a:lnTo>
                  <a:pt x="76200" y="406400"/>
                </a:lnTo>
                <a:cubicBezTo>
                  <a:pt x="34144" y="406400"/>
                  <a:pt x="0" y="372256"/>
                  <a:pt x="0" y="330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37" name="Text 35"/>
          <p:cNvSpPr/>
          <p:nvPr/>
        </p:nvSpPr>
        <p:spPr>
          <a:xfrm>
            <a:off x="8162793" y="4351871"/>
            <a:ext cx="266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E20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42867" y="4351871"/>
            <a:ext cx="57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对齐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34867" y="4834471"/>
            <a:ext cx="351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边缘对齐创造秩序感和专业感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760200" y="4174071"/>
            <a:ext cx="3721100" cy="1117600"/>
          </a:xfrm>
          <a:custGeom>
            <a:avLst/>
            <a:gdLst/>
            <a:ahLst/>
            <a:cxnLst/>
            <a:rect l="l" t="t" r="r" b="b"/>
            <a:pathLst>
              <a:path w="3721100" h="1117600">
                <a:moveTo>
                  <a:pt x="101601" y="0"/>
                </a:moveTo>
                <a:lnTo>
                  <a:pt x="3619499" y="0"/>
                </a:lnTo>
                <a:cubicBezTo>
                  <a:pt x="3675612" y="0"/>
                  <a:pt x="3721100" y="45488"/>
                  <a:pt x="3721100" y="101601"/>
                </a:cubicBezTo>
                <a:lnTo>
                  <a:pt x="3721100" y="1015999"/>
                </a:lnTo>
                <a:cubicBezTo>
                  <a:pt x="3721100" y="1072112"/>
                  <a:pt x="3675612" y="1117600"/>
                  <a:pt x="36194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11912600" y="432647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0"/>
                </a:moveTo>
                <a:lnTo>
                  <a:pt x="330200" y="0"/>
                </a:lnTo>
                <a:cubicBezTo>
                  <a:pt x="372256" y="0"/>
                  <a:pt x="406400" y="34144"/>
                  <a:pt x="406400" y="76200"/>
                </a:cubicBezTo>
                <a:lnTo>
                  <a:pt x="406400" y="330200"/>
                </a:lnTo>
                <a:cubicBezTo>
                  <a:pt x="406400" y="372256"/>
                  <a:pt x="372256" y="406400"/>
                  <a:pt x="330200" y="406400"/>
                </a:cubicBezTo>
                <a:lnTo>
                  <a:pt x="76200" y="406400"/>
                </a:lnTo>
                <a:cubicBezTo>
                  <a:pt x="34144" y="406400"/>
                  <a:pt x="0" y="372256"/>
                  <a:pt x="0" y="330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42" name="Text 40"/>
          <p:cNvSpPr/>
          <p:nvPr/>
        </p:nvSpPr>
        <p:spPr>
          <a:xfrm>
            <a:off x="12045156" y="4351871"/>
            <a:ext cx="25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E20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420600" y="4351871"/>
            <a:ext cx="800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亲密性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912600" y="4834471"/>
            <a:ext cx="3517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相关元素靠近形成视觉单元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24233" y="5812369"/>
            <a:ext cx="8123767" cy="3005667"/>
          </a:xfrm>
          <a:custGeom>
            <a:avLst/>
            <a:gdLst/>
            <a:ahLst/>
            <a:cxnLst/>
            <a:rect l="l" t="t" r="r" b="b"/>
            <a:pathLst>
              <a:path w="8123767" h="3005667">
                <a:moveTo>
                  <a:pt x="152387" y="0"/>
                </a:moveTo>
                <a:lnTo>
                  <a:pt x="7971379" y="0"/>
                </a:lnTo>
                <a:cubicBezTo>
                  <a:pt x="8055541" y="0"/>
                  <a:pt x="8123767" y="68226"/>
                  <a:pt x="8123767" y="152387"/>
                </a:cubicBezTo>
                <a:lnTo>
                  <a:pt x="8123767" y="2853279"/>
                </a:lnTo>
                <a:cubicBezTo>
                  <a:pt x="8123767" y="2937441"/>
                  <a:pt x="8055541" y="3005667"/>
                  <a:pt x="7971379" y="3005667"/>
                </a:cubicBezTo>
                <a:lnTo>
                  <a:pt x="152387" y="3005667"/>
                </a:lnTo>
                <a:cubicBezTo>
                  <a:pt x="68282" y="3005667"/>
                  <a:pt x="0" y="2937384"/>
                  <a:pt x="0" y="2853279"/>
                </a:cubicBezTo>
                <a:lnTo>
                  <a:pt x="0" y="152387"/>
                </a:lnTo>
                <a:cubicBezTo>
                  <a:pt x="0" y="68282"/>
                  <a:pt x="68282" y="0"/>
                  <a:pt x="152387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82467" y="6070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47" name="Shape 45"/>
          <p:cNvSpPr/>
          <p:nvPr/>
        </p:nvSpPr>
        <p:spPr>
          <a:xfrm>
            <a:off x="8044392" y="6248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15875"/>
                </a:moveTo>
                <a:cubicBezTo>
                  <a:pt x="102791" y="15875"/>
                  <a:pt x="70693" y="34131"/>
                  <a:pt x="47327" y="55860"/>
                </a:cubicBezTo>
                <a:cubicBezTo>
                  <a:pt x="24110" y="77440"/>
                  <a:pt x="8582" y="103188"/>
                  <a:pt x="1191" y="120898"/>
                </a:cubicBezTo>
                <a:cubicBezTo>
                  <a:pt x="-446" y="124817"/>
                  <a:pt x="-446" y="129183"/>
                  <a:pt x="1191" y="133102"/>
                </a:cubicBezTo>
                <a:cubicBezTo>
                  <a:pt x="8582" y="150813"/>
                  <a:pt x="24110" y="176609"/>
                  <a:pt x="47327" y="198140"/>
                </a:cubicBezTo>
                <a:cubicBezTo>
                  <a:pt x="70693" y="219819"/>
                  <a:pt x="102791" y="238125"/>
                  <a:pt x="142875" y="238125"/>
                </a:cubicBezTo>
                <a:cubicBezTo>
                  <a:pt x="182959" y="238125"/>
                  <a:pt x="215057" y="219869"/>
                  <a:pt x="238423" y="198140"/>
                </a:cubicBezTo>
                <a:cubicBezTo>
                  <a:pt x="261640" y="176560"/>
                  <a:pt x="277168" y="150813"/>
                  <a:pt x="284559" y="133102"/>
                </a:cubicBezTo>
                <a:cubicBezTo>
                  <a:pt x="286196" y="129183"/>
                  <a:pt x="286196" y="124817"/>
                  <a:pt x="284559" y="120898"/>
                </a:cubicBezTo>
                <a:cubicBezTo>
                  <a:pt x="277168" y="103187"/>
                  <a:pt x="261640" y="77391"/>
                  <a:pt x="238423" y="55860"/>
                </a:cubicBezTo>
                <a:cubicBezTo>
                  <a:pt x="215057" y="34181"/>
                  <a:pt x="182959" y="15875"/>
                  <a:pt x="142875" y="15875"/>
                </a:cubicBezTo>
                <a:close/>
                <a:moveTo>
                  <a:pt x="71438" y="127000"/>
                </a:moveTo>
                <a:cubicBezTo>
                  <a:pt x="71438" y="87573"/>
                  <a:pt x="103448" y="55563"/>
                  <a:pt x="142875" y="55563"/>
                </a:cubicBezTo>
                <a:cubicBezTo>
                  <a:pt x="182302" y="55563"/>
                  <a:pt x="214313" y="87573"/>
                  <a:pt x="214313" y="127000"/>
                </a:cubicBezTo>
                <a:cubicBezTo>
                  <a:pt x="214313" y="166427"/>
                  <a:pt x="182302" y="198438"/>
                  <a:pt x="142875" y="198438"/>
                </a:cubicBezTo>
                <a:cubicBezTo>
                  <a:pt x="103448" y="198438"/>
                  <a:pt x="71438" y="166427"/>
                  <a:pt x="71438" y="127000"/>
                </a:cubicBezTo>
                <a:close/>
                <a:moveTo>
                  <a:pt x="142875" y="95250"/>
                </a:moveTo>
                <a:cubicBezTo>
                  <a:pt x="142875" y="112762"/>
                  <a:pt x="128637" y="127000"/>
                  <a:pt x="111125" y="127000"/>
                </a:cubicBezTo>
                <a:cubicBezTo>
                  <a:pt x="105420" y="127000"/>
                  <a:pt x="100062" y="125512"/>
                  <a:pt x="95399" y="122833"/>
                </a:cubicBezTo>
                <a:cubicBezTo>
                  <a:pt x="94903" y="128240"/>
                  <a:pt x="95349" y="133796"/>
                  <a:pt x="96838" y="139303"/>
                </a:cubicBezTo>
                <a:cubicBezTo>
                  <a:pt x="103634" y="164703"/>
                  <a:pt x="129778" y="179784"/>
                  <a:pt x="155178" y="172988"/>
                </a:cubicBezTo>
                <a:cubicBezTo>
                  <a:pt x="180578" y="166191"/>
                  <a:pt x="195659" y="140047"/>
                  <a:pt x="188863" y="114647"/>
                </a:cubicBezTo>
                <a:cubicBezTo>
                  <a:pt x="182811" y="91976"/>
                  <a:pt x="161330" y="77539"/>
                  <a:pt x="138708" y="79524"/>
                </a:cubicBezTo>
                <a:cubicBezTo>
                  <a:pt x="141337" y="84138"/>
                  <a:pt x="142875" y="89495"/>
                  <a:pt x="142875" y="952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8644467" y="6070600"/>
            <a:ext cx="1536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视觉层次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44467" y="6426200"/>
            <a:ext cx="1511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信息传递最佳实践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882467" y="6832600"/>
            <a:ext cx="7607300" cy="508000"/>
          </a:xfrm>
          <a:custGeom>
            <a:avLst/>
            <a:gdLst/>
            <a:ahLst/>
            <a:cxnLst/>
            <a:rect l="l" t="t" r="r" b="b"/>
            <a:pathLst>
              <a:path w="7607300" h="508000">
                <a:moveTo>
                  <a:pt x="101600" y="0"/>
                </a:moveTo>
                <a:lnTo>
                  <a:pt x="7505700" y="0"/>
                </a:lnTo>
                <a:cubicBezTo>
                  <a:pt x="7561775" y="0"/>
                  <a:pt x="7607300" y="45525"/>
                  <a:pt x="7607300" y="101600"/>
                </a:cubicBezTo>
                <a:lnTo>
                  <a:pt x="7607300" y="406400"/>
                </a:lnTo>
                <a:cubicBezTo>
                  <a:pt x="7607300" y="462475"/>
                  <a:pt x="7561775" y="508000"/>
                  <a:pt x="75057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8009467" y="6985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52" name="Text 50"/>
          <p:cNvSpPr/>
          <p:nvPr/>
        </p:nvSpPr>
        <p:spPr>
          <a:xfrm>
            <a:off x="8339667" y="6934200"/>
            <a:ext cx="340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标题→副标题→正文→注释,层次分明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882467" y="7442200"/>
            <a:ext cx="7607300" cy="508000"/>
          </a:xfrm>
          <a:custGeom>
            <a:avLst/>
            <a:gdLst/>
            <a:ahLst/>
            <a:cxnLst/>
            <a:rect l="l" t="t" r="r" b="b"/>
            <a:pathLst>
              <a:path w="7607300" h="508000">
                <a:moveTo>
                  <a:pt x="101600" y="0"/>
                </a:moveTo>
                <a:lnTo>
                  <a:pt x="7505700" y="0"/>
                </a:lnTo>
                <a:cubicBezTo>
                  <a:pt x="7561775" y="0"/>
                  <a:pt x="7607300" y="45525"/>
                  <a:pt x="7607300" y="101600"/>
                </a:cubicBezTo>
                <a:lnTo>
                  <a:pt x="7607300" y="406400"/>
                </a:lnTo>
                <a:cubicBezTo>
                  <a:pt x="7607300" y="462475"/>
                  <a:pt x="7561775" y="508000"/>
                  <a:pt x="75057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8009467" y="759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55" name="Text 53"/>
          <p:cNvSpPr/>
          <p:nvPr/>
        </p:nvSpPr>
        <p:spPr>
          <a:xfrm>
            <a:off x="8339667" y="7543800"/>
            <a:ext cx="238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一页一核心,避免信息过载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882467" y="8051800"/>
            <a:ext cx="7607300" cy="508000"/>
          </a:xfrm>
          <a:custGeom>
            <a:avLst/>
            <a:gdLst/>
            <a:ahLst/>
            <a:cxnLst/>
            <a:rect l="l" t="t" r="r" b="b"/>
            <a:pathLst>
              <a:path w="7607300" h="508000">
                <a:moveTo>
                  <a:pt x="101600" y="0"/>
                </a:moveTo>
                <a:lnTo>
                  <a:pt x="7505700" y="0"/>
                </a:lnTo>
                <a:cubicBezTo>
                  <a:pt x="7561775" y="0"/>
                  <a:pt x="7607300" y="45525"/>
                  <a:pt x="7607300" y="101600"/>
                </a:cubicBezTo>
                <a:lnTo>
                  <a:pt x="7607300" y="406400"/>
                </a:lnTo>
                <a:cubicBezTo>
                  <a:pt x="7607300" y="462475"/>
                  <a:pt x="7561775" y="508000"/>
                  <a:pt x="75057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8009467" y="820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58" name="Text 56"/>
          <p:cNvSpPr/>
          <p:nvPr/>
        </p:nvSpPr>
        <p:spPr>
          <a:xfrm>
            <a:off x="8339667" y="8153400"/>
            <a:ext cx="238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图文结合,减少纯文字页面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UNIVERSAL EFFICIENCY HACKS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599833" cy="423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Office通用高效技巧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6861" y="1442861"/>
            <a:ext cx="5129389" cy="9076972"/>
          </a:xfrm>
          <a:custGeom>
            <a:avLst/>
            <a:gdLst/>
            <a:ahLst/>
            <a:cxnLst/>
            <a:rect l="l" t="t" r="r" b="b"/>
            <a:pathLst>
              <a:path w="5129389" h="9076972">
                <a:moveTo>
                  <a:pt x="127004" y="0"/>
                </a:moveTo>
                <a:lnTo>
                  <a:pt x="5002385" y="0"/>
                </a:lnTo>
                <a:cubicBezTo>
                  <a:pt x="5072527" y="0"/>
                  <a:pt x="5129389" y="56861"/>
                  <a:pt x="5129389" y="127004"/>
                </a:cubicBezTo>
                <a:lnTo>
                  <a:pt x="5129389" y="8949969"/>
                </a:lnTo>
                <a:cubicBezTo>
                  <a:pt x="5129389" y="9020111"/>
                  <a:pt x="5072527" y="9076972"/>
                  <a:pt x="5002385" y="9076972"/>
                </a:cubicBezTo>
                <a:lnTo>
                  <a:pt x="127004" y="9076972"/>
                </a:lnTo>
                <a:cubicBezTo>
                  <a:pt x="56861" y="9076972"/>
                  <a:pt x="0" y="9020111"/>
                  <a:pt x="0" y="8949969"/>
                </a:cubicBezTo>
                <a:lnTo>
                  <a:pt x="0" y="127004"/>
                </a:lnTo>
                <a:cubicBezTo>
                  <a:pt x="0" y="56908"/>
                  <a:pt x="56908" y="0"/>
                  <a:pt x="127004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056" y="1658059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6" name="Shape 4"/>
          <p:cNvSpPr/>
          <p:nvPr/>
        </p:nvSpPr>
        <p:spPr>
          <a:xfrm>
            <a:off x="795514" y="1827392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54000" y="222250"/>
                </a:lnTo>
                <a:cubicBezTo>
                  <a:pt x="271512" y="222250"/>
                  <a:pt x="285750" y="208012"/>
                  <a:pt x="285750" y="190500"/>
                </a:cubicBezTo>
                <a:lnTo>
                  <a:pt x="285750" y="63500"/>
                </a:lnTo>
                <a:cubicBezTo>
                  <a:pt x="285750" y="45988"/>
                  <a:pt x="271512" y="31750"/>
                  <a:pt x="254000" y="31750"/>
                </a:cubicBezTo>
                <a:lnTo>
                  <a:pt x="31750" y="31750"/>
                </a:lnTo>
                <a:close/>
                <a:moveTo>
                  <a:pt x="39688" y="63500"/>
                </a:moveTo>
                <a:lnTo>
                  <a:pt x="55563" y="63500"/>
                </a:lnTo>
                <a:cubicBezTo>
                  <a:pt x="59928" y="63500"/>
                  <a:pt x="63500" y="67072"/>
                  <a:pt x="63500" y="71438"/>
                </a:cubicBezTo>
                <a:lnTo>
                  <a:pt x="63500" y="87313"/>
                </a:lnTo>
                <a:cubicBezTo>
                  <a:pt x="63500" y="91678"/>
                  <a:pt x="59928" y="95250"/>
                  <a:pt x="55563" y="95250"/>
                </a:cubicBezTo>
                <a:lnTo>
                  <a:pt x="39688" y="95250"/>
                </a:lnTo>
                <a:cubicBezTo>
                  <a:pt x="35322" y="95250"/>
                  <a:pt x="31750" y="91678"/>
                  <a:pt x="31750" y="87313"/>
                </a:cubicBezTo>
                <a:lnTo>
                  <a:pt x="31750" y="71438"/>
                </a:lnTo>
                <a:cubicBezTo>
                  <a:pt x="31750" y="67072"/>
                  <a:pt x="35322" y="63500"/>
                  <a:pt x="39688" y="63500"/>
                </a:cubicBezTo>
                <a:close/>
                <a:moveTo>
                  <a:pt x="31750" y="119063"/>
                </a:moveTo>
                <a:cubicBezTo>
                  <a:pt x="31750" y="114697"/>
                  <a:pt x="35322" y="111125"/>
                  <a:pt x="39688" y="111125"/>
                </a:cubicBezTo>
                <a:lnTo>
                  <a:pt x="55563" y="111125"/>
                </a:lnTo>
                <a:cubicBezTo>
                  <a:pt x="59928" y="111125"/>
                  <a:pt x="63500" y="114697"/>
                  <a:pt x="63500" y="119063"/>
                </a:cubicBezTo>
                <a:lnTo>
                  <a:pt x="63500" y="134938"/>
                </a:lnTo>
                <a:cubicBezTo>
                  <a:pt x="63500" y="139303"/>
                  <a:pt x="59928" y="142875"/>
                  <a:pt x="55563" y="142875"/>
                </a:cubicBezTo>
                <a:lnTo>
                  <a:pt x="39688" y="142875"/>
                </a:lnTo>
                <a:cubicBezTo>
                  <a:pt x="35322" y="142875"/>
                  <a:pt x="31750" y="139303"/>
                  <a:pt x="31750" y="134938"/>
                </a:cubicBezTo>
                <a:lnTo>
                  <a:pt x="31750" y="119063"/>
                </a:lnTo>
                <a:close/>
                <a:moveTo>
                  <a:pt x="87313" y="63500"/>
                </a:moveTo>
                <a:lnTo>
                  <a:pt x="103188" y="63500"/>
                </a:lnTo>
                <a:cubicBezTo>
                  <a:pt x="107553" y="63500"/>
                  <a:pt x="111125" y="67072"/>
                  <a:pt x="111125" y="71438"/>
                </a:cubicBezTo>
                <a:lnTo>
                  <a:pt x="111125" y="87313"/>
                </a:lnTo>
                <a:cubicBezTo>
                  <a:pt x="111125" y="91678"/>
                  <a:pt x="107553" y="95250"/>
                  <a:pt x="103188" y="95250"/>
                </a:cubicBezTo>
                <a:lnTo>
                  <a:pt x="87313" y="95250"/>
                </a:lnTo>
                <a:cubicBezTo>
                  <a:pt x="82947" y="95250"/>
                  <a:pt x="79375" y="91678"/>
                  <a:pt x="79375" y="87313"/>
                </a:cubicBezTo>
                <a:lnTo>
                  <a:pt x="79375" y="71438"/>
                </a:lnTo>
                <a:cubicBezTo>
                  <a:pt x="79375" y="67072"/>
                  <a:pt x="82947" y="63500"/>
                  <a:pt x="87313" y="63500"/>
                </a:cubicBezTo>
                <a:close/>
                <a:moveTo>
                  <a:pt x="79375" y="119063"/>
                </a:moveTo>
                <a:cubicBezTo>
                  <a:pt x="79375" y="114697"/>
                  <a:pt x="82947" y="111125"/>
                  <a:pt x="87313" y="111125"/>
                </a:cubicBezTo>
                <a:lnTo>
                  <a:pt x="103188" y="111125"/>
                </a:lnTo>
                <a:cubicBezTo>
                  <a:pt x="107553" y="111125"/>
                  <a:pt x="111125" y="114697"/>
                  <a:pt x="111125" y="119063"/>
                </a:cubicBezTo>
                <a:lnTo>
                  <a:pt x="111125" y="134938"/>
                </a:lnTo>
                <a:cubicBezTo>
                  <a:pt x="111125" y="139303"/>
                  <a:pt x="107553" y="142875"/>
                  <a:pt x="103188" y="142875"/>
                </a:cubicBezTo>
                <a:lnTo>
                  <a:pt x="87313" y="142875"/>
                </a:lnTo>
                <a:cubicBezTo>
                  <a:pt x="82947" y="142875"/>
                  <a:pt x="79375" y="139303"/>
                  <a:pt x="79375" y="134938"/>
                </a:cubicBezTo>
                <a:lnTo>
                  <a:pt x="79375" y="119063"/>
                </a:lnTo>
                <a:close/>
                <a:moveTo>
                  <a:pt x="87313" y="158750"/>
                </a:moveTo>
                <a:lnTo>
                  <a:pt x="198438" y="158750"/>
                </a:lnTo>
                <a:cubicBezTo>
                  <a:pt x="202803" y="158750"/>
                  <a:pt x="206375" y="162322"/>
                  <a:pt x="206375" y="166688"/>
                </a:cubicBezTo>
                <a:lnTo>
                  <a:pt x="206375" y="182563"/>
                </a:lnTo>
                <a:cubicBezTo>
                  <a:pt x="206375" y="186928"/>
                  <a:pt x="202803" y="190500"/>
                  <a:pt x="198438" y="190500"/>
                </a:cubicBezTo>
                <a:lnTo>
                  <a:pt x="87313" y="190500"/>
                </a:lnTo>
                <a:cubicBezTo>
                  <a:pt x="82947" y="190500"/>
                  <a:pt x="79375" y="186928"/>
                  <a:pt x="79375" y="182563"/>
                </a:cubicBezTo>
                <a:lnTo>
                  <a:pt x="79375" y="166688"/>
                </a:lnTo>
                <a:cubicBezTo>
                  <a:pt x="79375" y="162322"/>
                  <a:pt x="82947" y="158750"/>
                  <a:pt x="87313" y="158750"/>
                </a:cubicBezTo>
                <a:close/>
                <a:moveTo>
                  <a:pt x="127000" y="71438"/>
                </a:moveTo>
                <a:cubicBezTo>
                  <a:pt x="127000" y="67072"/>
                  <a:pt x="130572" y="63500"/>
                  <a:pt x="134938" y="63500"/>
                </a:cubicBezTo>
                <a:lnTo>
                  <a:pt x="150813" y="63500"/>
                </a:lnTo>
                <a:cubicBezTo>
                  <a:pt x="155178" y="63500"/>
                  <a:pt x="158750" y="67072"/>
                  <a:pt x="158750" y="71438"/>
                </a:cubicBezTo>
                <a:lnTo>
                  <a:pt x="158750" y="87313"/>
                </a:lnTo>
                <a:cubicBezTo>
                  <a:pt x="158750" y="91678"/>
                  <a:pt x="155178" y="95250"/>
                  <a:pt x="150813" y="95250"/>
                </a:cubicBezTo>
                <a:lnTo>
                  <a:pt x="134938" y="95250"/>
                </a:lnTo>
                <a:cubicBezTo>
                  <a:pt x="130572" y="95250"/>
                  <a:pt x="127000" y="91678"/>
                  <a:pt x="127000" y="87313"/>
                </a:cubicBezTo>
                <a:lnTo>
                  <a:pt x="127000" y="71438"/>
                </a:lnTo>
                <a:close/>
                <a:moveTo>
                  <a:pt x="134938" y="111125"/>
                </a:moveTo>
                <a:lnTo>
                  <a:pt x="150813" y="111125"/>
                </a:lnTo>
                <a:cubicBezTo>
                  <a:pt x="155178" y="111125"/>
                  <a:pt x="158750" y="114697"/>
                  <a:pt x="158750" y="119063"/>
                </a:cubicBezTo>
                <a:lnTo>
                  <a:pt x="158750" y="134938"/>
                </a:lnTo>
                <a:cubicBezTo>
                  <a:pt x="158750" y="139303"/>
                  <a:pt x="155178" y="142875"/>
                  <a:pt x="150813" y="142875"/>
                </a:cubicBezTo>
                <a:lnTo>
                  <a:pt x="134938" y="142875"/>
                </a:lnTo>
                <a:cubicBezTo>
                  <a:pt x="130572" y="142875"/>
                  <a:pt x="127000" y="139303"/>
                  <a:pt x="127000" y="134938"/>
                </a:cubicBezTo>
                <a:lnTo>
                  <a:pt x="127000" y="119063"/>
                </a:lnTo>
                <a:cubicBezTo>
                  <a:pt x="127000" y="114697"/>
                  <a:pt x="130572" y="111125"/>
                  <a:pt x="134938" y="111125"/>
                </a:cubicBezTo>
                <a:close/>
                <a:moveTo>
                  <a:pt x="174625" y="71438"/>
                </a:moveTo>
                <a:cubicBezTo>
                  <a:pt x="174625" y="67072"/>
                  <a:pt x="178197" y="63500"/>
                  <a:pt x="182563" y="63500"/>
                </a:cubicBezTo>
                <a:lnTo>
                  <a:pt x="198438" y="63500"/>
                </a:lnTo>
                <a:cubicBezTo>
                  <a:pt x="202803" y="63500"/>
                  <a:pt x="206375" y="67072"/>
                  <a:pt x="206375" y="71438"/>
                </a:cubicBezTo>
                <a:lnTo>
                  <a:pt x="206375" y="87313"/>
                </a:lnTo>
                <a:cubicBezTo>
                  <a:pt x="206375" y="91678"/>
                  <a:pt x="202803" y="95250"/>
                  <a:pt x="198438" y="95250"/>
                </a:cubicBezTo>
                <a:lnTo>
                  <a:pt x="182563" y="95250"/>
                </a:lnTo>
                <a:cubicBezTo>
                  <a:pt x="178197" y="95250"/>
                  <a:pt x="174625" y="91678"/>
                  <a:pt x="174625" y="87313"/>
                </a:cubicBezTo>
                <a:lnTo>
                  <a:pt x="174625" y="71438"/>
                </a:lnTo>
                <a:close/>
                <a:moveTo>
                  <a:pt x="182563" y="111125"/>
                </a:moveTo>
                <a:lnTo>
                  <a:pt x="198438" y="111125"/>
                </a:lnTo>
                <a:cubicBezTo>
                  <a:pt x="202803" y="111125"/>
                  <a:pt x="206375" y="114697"/>
                  <a:pt x="206375" y="119063"/>
                </a:cubicBezTo>
                <a:lnTo>
                  <a:pt x="206375" y="134938"/>
                </a:lnTo>
                <a:cubicBezTo>
                  <a:pt x="206375" y="139303"/>
                  <a:pt x="202803" y="142875"/>
                  <a:pt x="198438" y="142875"/>
                </a:cubicBezTo>
                <a:lnTo>
                  <a:pt x="182563" y="142875"/>
                </a:lnTo>
                <a:cubicBezTo>
                  <a:pt x="178197" y="142875"/>
                  <a:pt x="174625" y="139303"/>
                  <a:pt x="174625" y="134938"/>
                </a:cubicBezTo>
                <a:lnTo>
                  <a:pt x="174625" y="119063"/>
                </a:lnTo>
                <a:cubicBezTo>
                  <a:pt x="174625" y="114697"/>
                  <a:pt x="178197" y="111125"/>
                  <a:pt x="182563" y="111125"/>
                </a:cubicBezTo>
                <a:close/>
                <a:moveTo>
                  <a:pt x="222250" y="71438"/>
                </a:moveTo>
                <a:cubicBezTo>
                  <a:pt x="222250" y="67072"/>
                  <a:pt x="225822" y="63500"/>
                  <a:pt x="230188" y="63500"/>
                </a:cubicBezTo>
                <a:lnTo>
                  <a:pt x="246063" y="63500"/>
                </a:lnTo>
                <a:cubicBezTo>
                  <a:pt x="250428" y="63500"/>
                  <a:pt x="254000" y="67072"/>
                  <a:pt x="254000" y="71438"/>
                </a:cubicBezTo>
                <a:lnTo>
                  <a:pt x="254000" y="87313"/>
                </a:lnTo>
                <a:cubicBezTo>
                  <a:pt x="254000" y="91678"/>
                  <a:pt x="250428" y="95250"/>
                  <a:pt x="246063" y="95250"/>
                </a:cubicBezTo>
                <a:lnTo>
                  <a:pt x="230188" y="95250"/>
                </a:lnTo>
                <a:cubicBezTo>
                  <a:pt x="225822" y="95250"/>
                  <a:pt x="222250" y="91678"/>
                  <a:pt x="222250" y="87313"/>
                </a:cubicBezTo>
                <a:lnTo>
                  <a:pt x="222250" y="71438"/>
                </a:lnTo>
                <a:close/>
                <a:moveTo>
                  <a:pt x="230188" y="111125"/>
                </a:moveTo>
                <a:lnTo>
                  <a:pt x="246063" y="111125"/>
                </a:lnTo>
                <a:cubicBezTo>
                  <a:pt x="250428" y="111125"/>
                  <a:pt x="254000" y="114697"/>
                  <a:pt x="254000" y="119063"/>
                </a:cubicBezTo>
                <a:lnTo>
                  <a:pt x="254000" y="134938"/>
                </a:lnTo>
                <a:cubicBezTo>
                  <a:pt x="254000" y="139303"/>
                  <a:pt x="250428" y="142875"/>
                  <a:pt x="246063" y="142875"/>
                </a:cubicBezTo>
                <a:lnTo>
                  <a:pt x="230188" y="142875"/>
                </a:lnTo>
                <a:cubicBezTo>
                  <a:pt x="225822" y="142875"/>
                  <a:pt x="222250" y="139303"/>
                  <a:pt x="222250" y="134938"/>
                </a:cubicBezTo>
                <a:lnTo>
                  <a:pt x="222250" y="119063"/>
                </a:lnTo>
                <a:cubicBezTo>
                  <a:pt x="222250" y="114697"/>
                  <a:pt x="225822" y="111125"/>
                  <a:pt x="230188" y="1111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361722" y="1679226"/>
            <a:ext cx="1397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效率快捷键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61722" y="2017892"/>
            <a:ext cx="1344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通用操作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2056" y="2420059"/>
            <a:ext cx="4699000" cy="910167"/>
          </a:xfrm>
          <a:custGeom>
            <a:avLst/>
            <a:gdLst/>
            <a:ahLst/>
            <a:cxnLst/>
            <a:rect l="l" t="t" r="r" b="b"/>
            <a:pathLst>
              <a:path w="4699000" h="910167">
                <a:moveTo>
                  <a:pt x="84664" y="0"/>
                </a:moveTo>
                <a:lnTo>
                  <a:pt x="4614336" y="0"/>
                </a:lnTo>
                <a:cubicBezTo>
                  <a:pt x="4661095" y="0"/>
                  <a:pt x="4699000" y="37905"/>
                  <a:pt x="4699000" y="84664"/>
                </a:cubicBezTo>
                <a:lnTo>
                  <a:pt x="4699000" y="825503"/>
                </a:lnTo>
                <a:cubicBezTo>
                  <a:pt x="4699000" y="872261"/>
                  <a:pt x="4661095" y="910167"/>
                  <a:pt x="4614336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769056" y="2547059"/>
            <a:ext cx="4540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F4 重复操作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9056" y="2928059"/>
            <a:ext cx="4529667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重复上一步操作，如格式刷、插入行等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2056" y="5905500"/>
            <a:ext cx="4699000" cy="910167"/>
          </a:xfrm>
          <a:custGeom>
            <a:avLst/>
            <a:gdLst/>
            <a:ahLst/>
            <a:cxnLst/>
            <a:rect l="l" t="t" r="r" b="b"/>
            <a:pathLst>
              <a:path w="4699000" h="910167">
                <a:moveTo>
                  <a:pt x="84664" y="0"/>
                </a:moveTo>
                <a:lnTo>
                  <a:pt x="4614336" y="0"/>
                </a:lnTo>
                <a:cubicBezTo>
                  <a:pt x="4661095" y="0"/>
                  <a:pt x="4699000" y="37905"/>
                  <a:pt x="4699000" y="84664"/>
                </a:cubicBezTo>
                <a:lnTo>
                  <a:pt x="4699000" y="825503"/>
                </a:lnTo>
                <a:cubicBezTo>
                  <a:pt x="4699000" y="872261"/>
                  <a:pt x="4661095" y="910167"/>
                  <a:pt x="4614336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769056" y="6032500"/>
            <a:ext cx="4540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 组合键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9056" y="6413500"/>
            <a:ext cx="4529667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Z撤销、Y重做、C/V复制粘贴、S保存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2056" y="9390946"/>
            <a:ext cx="4699000" cy="910167"/>
          </a:xfrm>
          <a:custGeom>
            <a:avLst/>
            <a:gdLst/>
            <a:ahLst/>
            <a:cxnLst/>
            <a:rect l="l" t="t" r="r" b="b"/>
            <a:pathLst>
              <a:path w="4699000" h="910167">
                <a:moveTo>
                  <a:pt x="84664" y="0"/>
                </a:moveTo>
                <a:lnTo>
                  <a:pt x="4614336" y="0"/>
                </a:lnTo>
                <a:cubicBezTo>
                  <a:pt x="4661095" y="0"/>
                  <a:pt x="4699000" y="37905"/>
                  <a:pt x="4699000" y="84664"/>
                </a:cubicBezTo>
                <a:lnTo>
                  <a:pt x="4699000" y="825503"/>
                </a:lnTo>
                <a:cubicBezTo>
                  <a:pt x="4699000" y="872261"/>
                  <a:pt x="4661095" y="910167"/>
                  <a:pt x="4614336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769056" y="9517946"/>
            <a:ext cx="4540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Alt 快捷键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9056" y="9898946"/>
            <a:ext cx="4529667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访问功能区，如Alt+H=开始选项卡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9713" y="1442861"/>
            <a:ext cx="4695472" cy="5711472"/>
          </a:xfrm>
          <a:custGeom>
            <a:avLst/>
            <a:gdLst/>
            <a:ahLst/>
            <a:cxnLst/>
            <a:rect l="l" t="t" r="r" b="b"/>
            <a:pathLst>
              <a:path w="4695472" h="5711472">
                <a:moveTo>
                  <a:pt x="127013" y="0"/>
                </a:moveTo>
                <a:lnTo>
                  <a:pt x="4568460" y="0"/>
                </a:lnTo>
                <a:cubicBezTo>
                  <a:pt x="4638607" y="0"/>
                  <a:pt x="4695472" y="56865"/>
                  <a:pt x="4695472" y="127013"/>
                </a:cubicBezTo>
                <a:lnTo>
                  <a:pt x="4695472" y="5584460"/>
                </a:lnTo>
                <a:cubicBezTo>
                  <a:pt x="4695472" y="5654607"/>
                  <a:pt x="4638607" y="5711472"/>
                  <a:pt x="4568460" y="5711472"/>
                </a:cubicBezTo>
                <a:lnTo>
                  <a:pt x="127013" y="5711472"/>
                </a:lnTo>
                <a:cubicBezTo>
                  <a:pt x="56865" y="5711472"/>
                  <a:pt x="0" y="5654607"/>
                  <a:pt x="0" y="5584460"/>
                </a:cubicBezTo>
                <a:lnTo>
                  <a:pt x="0" y="127013"/>
                </a:lnTo>
                <a:cubicBezTo>
                  <a:pt x="0" y="56912"/>
                  <a:pt x="56912" y="0"/>
                  <a:pt x="127013" y="0"/>
                </a:cubicBezTo>
                <a:close/>
              </a:path>
            </a:pathLst>
          </a:custGeom>
          <a:gradFill flip="none" rotWithShape="1">
            <a:gsLst>
              <a:gs pos="0">
                <a:srgbClr val="E8A857">
                  <a:alpha val="30000"/>
                </a:srgbClr>
              </a:gs>
              <a:gs pos="100000">
                <a:srgbClr val="E8A857">
                  <a:alpha val="10000"/>
                </a:srgbClr>
              </a:gs>
            </a:gsLst>
            <a:lin ang="2700000" scaled="1"/>
          </a:gra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94907" y="1658059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0" name="Shape 18"/>
          <p:cNvSpPr/>
          <p:nvPr/>
        </p:nvSpPr>
        <p:spPr>
          <a:xfrm>
            <a:off x="6180116" y="1827392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95250" y="0"/>
                </a:moveTo>
                <a:cubicBezTo>
                  <a:pt x="77738" y="0"/>
                  <a:pt x="63500" y="14238"/>
                  <a:pt x="63500" y="31750"/>
                </a:cubicBezTo>
                <a:lnTo>
                  <a:pt x="63500" y="158750"/>
                </a:lnTo>
                <a:cubicBezTo>
                  <a:pt x="63500" y="176262"/>
                  <a:pt x="77738" y="190500"/>
                  <a:pt x="95250" y="190500"/>
                </a:cubicBezTo>
                <a:lnTo>
                  <a:pt x="190500" y="190500"/>
                </a:lnTo>
                <a:cubicBezTo>
                  <a:pt x="208012" y="190500"/>
                  <a:pt x="222250" y="176262"/>
                  <a:pt x="222250" y="158750"/>
                </a:cubicBezTo>
                <a:lnTo>
                  <a:pt x="222250" y="59234"/>
                </a:lnTo>
                <a:cubicBezTo>
                  <a:pt x="222250" y="50602"/>
                  <a:pt x="218728" y="42317"/>
                  <a:pt x="212477" y="36314"/>
                </a:cubicBezTo>
                <a:lnTo>
                  <a:pt x="183852" y="8830"/>
                </a:lnTo>
                <a:cubicBezTo>
                  <a:pt x="177949" y="3175"/>
                  <a:pt x="170061" y="0"/>
                  <a:pt x="161875" y="0"/>
                </a:cubicBezTo>
                <a:lnTo>
                  <a:pt x="95250" y="0"/>
                </a:lnTo>
                <a:close/>
                <a:moveTo>
                  <a:pt x="31750" y="63500"/>
                </a:moveTo>
                <a:cubicBezTo>
                  <a:pt x="14238" y="63500"/>
                  <a:pt x="0" y="77738"/>
                  <a:pt x="0" y="952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27000" y="254000"/>
                </a:lnTo>
                <a:cubicBezTo>
                  <a:pt x="144512" y="254000"/>
                  <a:pt x="158750" y="239762"/>
                  <a:pt x="158750" y="222250"/>
                </a:cubicBezTo>
                <a:lnTo>
                  <a:pt x="158750" y="214313"/>
                </a:lnTo>
                <a:lnTo>
                  <a:pt x="127000" y="214313"/>
                </a:lnTo>
                <a:lnTo>
                  <a:pt x="127000" y="222250"/>
                </a:lnTo>
                <a:lnTo>
                  <a:pt x="31750" y="222250"/>
                </a:lnTo>
                <a:lnTo>
                  <a:pt x="31750" y="95250"/>
                </a:lnTo>
                <a:lnTo>
                  <a:pt x="39688" y="95250"/>
                </a:lnTo>
                <a:lnTo>
                  <a:pt x="39688" y="63500"/>
                </a:lnTo>
                <a:lnTo>
                  <a:pt x="31750" y="63500"/>
                </a:lnTo>
                <a:close/>
              </a:path>
            </a:pathLst>
          </a:custGeom>
          <a:solidFill>
            <a:srgbClr val="1E2024"/>
          </a:solidFill>
        </p:spPr>
      </p:sp>
      <p:sp>
        <p:nvSpPr>
          <p:cNvPr id="21" name="Text 19"/>
          <p:cNvSpPr/>
          <p:nvPr/>
        </p:nvSpPr>
        <p:spPr>
          <a:xfrm>
            <a:off x="6714574" y="1679226"/>
            <a:ext cx="1143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格式复制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14574" y="2017892"/>
            <a:ext cx="1090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跨软件传递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94907" y="2420059"/>
            <a:ext cx="4265083" cy="910167"/>
          </a:xfrm>
          <a:custGeom>
            <a:avLst/>
            <a:gdLst/>
            <a:ahLst/>
            <a:cxnLst/>
            <a:rect l="l" t="t" r="r" b="b"/>
            <a:pathLst>
              <a:path w="4265083" h="910167">
                <a:moveTo>
                  <a:pt x="84664" y="0"/>
                </a:moveTo>
                <a:lnTo>
                  <a:pt x="4180420" y="0"/>
                </a:lnTo>
                <a:cubicBezTo>
                  <a:pt x="4227178" y="0"/>
                  <a:pt x="4265083" y="37905"/>
                  <a:pt x="4265083" y="84664"/>
                </a:cubicBezTo>
                <a:lnTo>
                  <a:pt x="4265083" y="825503"/>
                </a:lnTo>
                <a:cubicBezTo>
                  <a:pt x="4265083" y="872261"/>
                  <a:pt x="4227178" y="910167"/>
                  <a:pt x="4180420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121907" y="2547059"/>
            <a:ext cx="41063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格式刷技巧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21907" y="2928059"/>
            <a:ext cx="4095750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双击锁定，跨段落、跨文档复制格式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94907" y="3457226"/>
            <a:ext cx="4265083" cy="910167"/>
          </a:xfrm>
          <a:custGeom>
            <a:avLst/>
            <a:gdLst/>
            <a:ahLst/>
            <a:cxnLst/>
            <a:rect l="l" t="t" r="r" b="b"/>
            <a:pathLst>
              <a:path w="4265083" h="910167">
                <a:moveTo>
                  <a:pt x="84664" y="0"/>
                </a:moveTo>
                <a:lnTo>
                  <a:pt x="4180420" y="0"/>
                </a:lnTo>
                <a:cubicBezTo>
                  <a:pt x="4227178" y="0"/>
                  <a:pt x="4265083" y="37905"/>
                  <a:pt x="4265083" y="84664"/>
                </a:cubicBezTo>
                <a:lnTo>
                  <a:pt x="4265083" y="825503"/>
                </a:lnTo>
                <a:cubicBezTo>
                  <a:pt x="4265083" y="872261"/>
                  <a:pt x="4227178" y="910167"/>
                  <a:pt x="4180420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121907" y="3584226"/>
            <a:ext cx="41063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选择性粘贴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1907" y="3965226"/>
            <a:ext cx="4095750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Ctrl+Alt+V，选择格式、数值、公式等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94907" y="4494392"/>
            <a:ext cx="4265083" cy="910167"/>
          </a:xfrm>
          <a:custGeom>
            <a:avLst/>
            <a:gdLst/>
            <a:ahLst/>
            <a:cxnLst/>
            <a:rect l="l" t="t" r="r" b="b"/>
            <a:pathLst>
              <a:path w="4265083" h="910167">
                <a:moveTo>
                  <a:pt x="84664" y="0"/>
                </a:moveTo>
                <a:lnTo>
                  <a:pt x="4180420" y="0"/>
                </a:lnTo>
                <a:cubicBezTo>
                  <a:pt x="4227178" y="0"/>
                  <a:pt x="4265083" y="37905"/>
                  <a:pt x="4265083" y="84664"/>
                </a:cubicBezTo>
                <a:lnTo>
                  <a:pt x="4265083" y="825503"/>
                </a:lnTo>
                <a:cubicBezTo>
                  <a:pt x="4265083" y="872261"/>
                  <a:pt x="4227178" y="910167"/>
                  <a:pt x="4180420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6121907" y="4621392"/>
            <a:ext cx="41063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跨软件复制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1907" y="5002392"/>
            <a:ext cx="4095750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Excel→PPT，保持格式和数据链接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79713" y="7376587"/>
            <a:ext cx="4695472" cy="3139722"/>
          </a:xfrm>
          <a:custGeom>
            <a:avLst/>
            <a:gdLst/>
            <a:ahLst/>
            <a:cxnLst/>
            <a:rect l="l" t="t" r="r" b="b"/>
            <a:pathLst>
              <a:path w="4695472" h="3139722">
                <a:moveTo>
                  <a:pt x="127002" y="0"/>
                </a:moveTo>
                <a:lnTo>
                  <a:pt x="4568470" y="0"/>
                </a:lnTo>
                <a:cubicBezTo>
                  <a:pt x="4638612" y="0"/>
                  <a:pt x="4695472" y="56861"/>
                  <a:pt x="4695472" y="127002"/>
                </a:cubicBezTo>
                <a:lnTo>
                  <a:pt x="4695472" y="3012720"/>
                </a:lnTo>
                <a:cubicBezTo>
                  <a:pt x="4695472" y="3082862"/>
                  <a:pt x="4638612" y="3139722"/>
                  <a:pt x="4568470" y="3139722"/>
                </a:cubicBezTo>
                <a:lnTo>
                  <a:pt x="127002" y="3139722"/>
                </a:lnTo>
                <a:cubicBezTo>
                  <a:pt x="56861" y="3139722"/>
                  <a:pt x="0" y="3082862"/>
                  <a:pt x="0" y="3012720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94907" y="7591780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34" name="Shape 32"/>
          <p:cNvSpPr/>
          <p:nvPr/>
        </p:nvSpPr>
        <p:spPr>
          <a:xfrm>
            <a:off x="6132491" y="776111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74625" y="0"/>
                </a:moveTo>
                <a:cubicBezTo>
                  <a:pt x="174625" y="-8781"/>
                  <a:pt x="167531" y="-15875"/>
                  <a:pt x="158750" y="-15875"/>
                </a:cubicBezTo>
                <a:cubicBezTo>
                  <a:pt x="149969" y="-15875"/>
                  <a:pt x="142875" y="-8781"/>
                  <a:pt x="142875" y="0"/>
                </a:cubicBezTo>
                <a:lnTo>
                  <a:pt x="142875" y="31750"/>
                </a:lnTo>
                <a:lnTo>
                  <a:pt x="95250" y="31750"/>
                </a:lnTo>
                <a:cubicBezTo>
                  <a:pt x="68957" y="31750"/>
                  <a:pt x="47625" y="53082"/>
                  <a:pt x="47625" y="79375"/>
                </a:cubicBezTo>
                <a:lnTo>
                  <a:pt x="47625" y="190500"/>
                </a:lnTo>
                <a:cubicBezTo>
                  <a:pt x="47625" y="216793"/>
                  <a:pt x="68957" y="238125"/>
                  <a:pt x="95250" y="238125"/>
                </a:cubicBezTo>
                <a:lnTo>
                  <a:pt x="222250" y="238125"/>
                </a:lnTo>
                <a:cubicBezTo>
                  <a:pt x="248543" y="238125"/>
                  <a:pt x="269875" y="216793"/>
                  <a:pt x="269875" y="190500"/>
                </a:cubicBezTo>
                <a:lnTo>
                  <a:pt x="269875" y="79375"/>
                </a:lnTo>
                <a:cubicBezTo>
                  <a:pt x="269875" y="53082"/>
                  <a:pt x="248543" y="31750"/>
                  <a:pt x="222250" y="31750"/>
                </a:cubicBezTo>
                <a:lnTo>
                  <a:pt x="174625" y="31750"/>
                </a:lnTo>
                <a:lnTo>
                  <a:pt x="174625" y="0"/>
                </a:lnTo>
                <a:close/>
                <a:moveTo>
                  <a:pt x="79375" y="182563"/>
                </a:moveTo>
                <a:cubicBezTo>
                  <a:pt x="79375" y="175964"/>
                  <a:pt x="84683" y="170656"/>
                  <a:pt x="91281" y="170656"/>
                </a:cubicBezTo>
                <a:lnTo>
                  <a:pt x="107156" y="170656"/>
                </a:lnTo>
                <a:cubicBezTo>
                  <a:pt x="113754" y="170656"/>
                  <a:pt x="119063" y="175964"/>
                  <a:pt x="119063" y="182563"/>
                </a:cubicBezTo>
                <a:cubicBezTo>
                  <a:pt x="119063" y="189161"/>
                  <a:pt x="113754" y="194469"/>
                  <a:pt x="107156" y="194469"/>
                </a:cubicBezTo>
                <a:lnTo>
                  <a:pt x="91281" y="194469"/>
                </a:lnTo>
                <a:cubicBezTo>
                  <a:pt x="84683" y="194469"/>
                  <a:pt x="79375" y="189161"/>
                  <a:pt x="79375" y="182563"/>
                </a:cubicBezTo>
                <a:close/>
                <a:moveTo>
                  <a:pt x="138906" y="182563"/>
                </a:moveTo>
                <a:cubicBezTo>
                  <a:pt x="138906" y="175964"/>
                  <a:pt x="144214" y="170656"/>
                  <a:pt x="150813" y="170656"/>
                </a:cubicBezTo>
                <a:lnTo>
                  <a:pt x="166688" y="170656"/>
                </a:lnTo>
                <a:cubicBezTo>
                  <a:pt x="173286" y="170656"/>
                  <a:pt x="178594" y="175964"/>
                  <a:pt x="178594" y="182563"/>
                </a:cubicBezTo>
                <a:cubicBezTo>
                  <a:pt x="178594" y="189161"/>
                  <a:pt x="173286" y="194469"/>
                  <a:pt x="166688" y="194469"/>
                </a:cubicBezTo>
                <a:lnTo>
                  <a:pt x="150813" y="194469"/>
                </a:lnTo>
                <a:cubicBezTo>
                  <a:pt x="144214" y="194469"/>
                  <a:pt x="138906" y="189161"/>
                  <a:pt x="138906" y="182563"/>
                </a:cubicBezTo>
                <a:close/>
                <a:moveTo>
                  <a:pt x="198438" y="182563"/>
                </a:moveTo>
                <a:cubicBezTo>
                  <a:pt x="198438" y="175964"/>
                  <a:pt x="203746" y="170656"/>
                  <a:pt x="210344" y="170656"/>
                </a:cubicBezTo>
                <a:lnTo>
                  <a:pt x="226219" y="170656"/>
                </a:lnTo>
                <a:cubicBezTo>
                  <a:pt x="232817" y="170656"/>
                  <a:pt x="238125" y="175964"/>
                  <a:pt x="238125" y="182563"/>
                </a:cubicBezTo>
                <a:cubicBezTo>
                  <a:pt x="238125" y="189161"/>
                  <a:pt x="232817" y="194469"/>
                  <a:pt x="226219" y="194469"/>
                </a:cubicBezTo>
                <a:lnTo>
                  <a:pt x="210344" y="194469"/>
                </a:lnTo>
                <a:cubicBezTo>
                  <a:pt x="203746" y="194469"/>
                  <a:pt x="198438" y="189161"/>
                  <a:pt x="198438" y="182563"/>
                </a:cubicBezTo>
                <a:close/>
                <a:moveTo>
                  <a:pt x="111125" y="87313"/>
                </a:moveTo>
                <a:cubicBezTo>
                  <a:pt x="124267" y="87313"/>
                  <a:pt x="134938" y="97983"/>
                  <a:pt x="134938" y="111125"/>
                </a:cubicBezTo>
                <a:cubicBezTo>
                  <a:pt x="134938" y="124267"/>
                  <a:pt x="124267" y="134938"/>
                  <a:pt x="111125" y="134938"/>
                </a:cubicBezTo>
                <a:cubicBezTo>
                  <a:pt x="97983" y="134938"/>
                  <a:pt x="87313" y="124267"/>
                  <a:pt x="87313" y="111125"/>
                </a:cubicBezTo>
                <a:cubicBezTo>
                  <a:pt x="87313" y="97983"/>
                  <a:pt x="97983" y="87313"/>
                  <a:pt x="111125" y="87313"/>
                </a:cubicBezTo>
                <a:close/>
                <a:moveTo>
                  <a:pt x="182563" y="111125"/>
                </a:moveTo>
                <a:cubicBezTo>
                  <a:pt x="182563" y="97983"/>
                  <a:pt x="193233" y="87313"/>
                  <a:pt x="206375" y="87313"/>
                </a:cubicBezTo>
                <a:cubicBezTo>
                  <a:pt x="219517" y="87313"/>
                  <a:pt x="230188" y="97983"/>
                  <a:pt x="230188" y="111125"/>
                </a:cubicBezTo>
                <a:cubicBezTo>
                  <a:pt x="230188" y="124267"/>
                  <a:pt x="219517" y="134938"/>
                  <a:pt x="206375" y="134938"/>
                </a:cubicBezTo>
                <a:cubicBezTo>
                  <a:pt x="193233" y="134938"/>
                  <a:pt x="182563" y="124267"/>
                  <a:pt x="182563" y="111125"/>
                </a:cubicBezTo>
                <a:close/>
                <a:moveTo>
                  <a:pt x="31750" y="111125"/>
                </a:moveTo>
                <a:cubicBezTo>
                  <a:pt x="31750" y="102344"/>
                  <a:pt x="24656" y="95250"/>
                  <a:pt x="15875" y="95250"/>
                </a:cubicBezTo>
                <a:cubicBezTo>
                  <a:pt x="7094" y="95250"/>
                  <a:pt x="0" y="102344"/>
                  <a:pt x="0" y="111125"/>
                </a:cubicBezTo>
                <a:lnTo>
                  <a:pt x="0" y="158750"/>
                </a:lnTo>
                <a:cubicBezTo>
                  <a:pt x="0" y="167531"/>
                  <a:pt x="7094" y="174625"/>
                  <a:pt x="15875" y="174625"/>
                </a:cubicBezTo>
                <a:cubicBezTo>
                  <a:pt x="24656" y="174625"/>
                  <a:pt x="31750" y="167531"/>
                  <a:pt x="31750" y="158750"/>
                </a:cubicBezTo>
                <a:lnTo>
                  <a:pt x="31750" y="111125"/>
                </a:lnTo>
                <a:close/>
                <a:moveTo>
                  <a:pt x="301625" y="95250"/>
                </a:moveTo>
                <a:cubicBezTo>
                  <a:pt x="292844" y="95250"/>
                  <a:pt x="285750" y="102344"/>
                  <a:pt x="285750" y="111125"/>
                </a:cubicBezTo>
                <a:lnTo>
                  <a:pt x="285750" y="158750"/>
                </a:lnTo>
                <a:cubicBezTo>
                  <a:pt x="285750" y="167531"/>
                  <a:pt x="292844" y="174625"/>
                  <a:pt x="301625" y="174625"/>
                </a:cubicBezTo>
                <a:cubicBezTo>
                  <a:pt x="310406" y="174625"/>
                  <a:pt x="317500" y="167531"/>
                  <a:pt x="317500" y="158750"/>
                </a:cubicBezTo>
                <a:lnTo>
                  <a:pt x="317500" y="111125"/>
                </a:lnTo>
                <a:cubicBezTo>
                  <a:pt x="317500" y="102344"/>
                  <a:pt x="310406" y="95250"/>
                  <a:pt x="301625" y="952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6714574" y="7612946"/>
            <a:ext cx="1143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智能助手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14574" y="7951613"/>
            <a:ext cx="1090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AI赋能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94907" y="8353780"/>
            <a:ext cx="4265083" cy="910167"/>
          </a:xfrm>
          <a:custGeom>
            <a:avLst/>
            <a:gdLst/>
            <a:ahLst/>
            <a:cxnLst/>
            <a:rect l="l" t="t" r="r" b="b"/>
            <a:pathLst>
              <a:path w="4265083" h="910167">
                <a:moveTo>
                  <a:pt x="84664" y="0"/>
                </a:moveTo>
                <a:lnTo>
                  <a:pt x="4180420" y="0"/>
                </a:lnTo>
                <a:cubicBezTo>
                  <a:pt x="4227178" y="0"/>
                  <a:pt x="4265083" y="37905"/>
                  <a:pt x="4265083" y="84664"/>
                </a:cubicBezTo>
                <a:lnTo>
                  <a:pt x="4265083" y="825503"/>
                </a:lnTo>
                <a:cubicBezTo>
                  <a:pt x="4265083" y="872261"/>
                  <a:pt x="4227178" y="910167"/>
                  <a:pt x="4180420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121907" y="8480780"/>
            <a:ext cx="41063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Tell Me 功能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21907" y="8861780"/>
            <a:ext cx="4095750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输入自然语言，快速找到功能命令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994907" y="9390946"/>
            <a:ext cx="4265083" cy="910167"/>
          </a:xfrm>
          <a:custGeom>
            <a:avLst/>
            <a:gdLst/>
            <a:ahLst/>
            <a:cxnLst/>
            <a:rect l="l" t="t" r="r" b="b"/>
            <a:pathLst>
              <a:path w="4265083" h="910167">
                <a:moveTo>
                  <a:pt x="84664" y="0"/>
                </a:moveTo>
                <a:lnTo>
                  <a:pt x="4180420" y="0"/>
                </a:lnTo>
                <a:cubicBezTo>
                  <a:pt x="4227178" y="0"/>
                  <a:pt x="4265083" y="37905"/>
                  <a:pt x="4265083" y="84664"/>
                </a:cubicBezTo>
                <a:lnTo>
                  <a:pt x="4265083" y="825503"/>
                </a:lnTo>
                <a:cubicBezTo>
                  <a:pt x="4265083" y="872261"/>
                  <a:pt x="4227178" y="910167"/>
                  <a:pt x="4180420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121907" y="9517946"/>
            <a:ext cx="4106333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智能查找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21907" y="9898946"/>
            <a:ext cx="4095750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选中内容，右键智能查找相关信息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695120" y="1442861"/>
            <a:ext cx="5129389" cy="9076972"/>
          </a:xfrm>
          <a:custGeom>
            <a:avLst/>
            <a:gdLst/>
            <a:ahLst/>
            <a:cxnLst/>
            <a:rect l="l" t="t" r="r" b="b"/>
            <a:pathLst>
              <a:path w="5129389" h="9076972">
                <a:moveTo>
                  <a:pt x="127004" y="0"/>
                </a:moveTo>
                <a:lnTo>
                  <a:pt x="5002385" y="0"/>
                </a:lnTo>
                <a:cubicBezTo>
                  <a:pt x="5072527" y="0"/>
                  <a:pt x="5129389" y="56861"/>
                  <a:pt x="5129389" y="127004"/>
                </a:cubicBezTo>
                <a:lnTo>
                  <a:pt x="5129389" y="8949969"/>
                </a:lnTo>
                <a:cubicBezTo>
                  <a:pt x="5129389" y="9020111"/>
                  <a:pt x="5072527" y="9076972"/>
                  <a:pt x="5002385" y="9076972"/>
                </a:cubicBezTo>
                <a:lnTo>
                  <a:pt x="127004" y="9076972"/>
                </a:lnTo>
                <a:cubicBezTo>
                  <a:pt x="56861" y="9076972"/>
                  <a:pt x="0" y="9020111"/>
                  <a:pt x="0" y="8949969"/>
                </a:cubicBezTo>
                <a:lnTo>
                  <a:pt x="0" y="127004"/>
                </a:lnTo>
                <a:cubicBezTo>
                  <a:pt x="0" y="56908"/>
                  <a:pt x="56908" y="0"/>
                  <a:pt x="127004" y="0"/>
                </a:cubicBezTo>
                <a:close/>
              </a:path>
            </a:pathLst>
          </a:custGeom>
          <a:gradFill flip="none" rotWithShape="1">
            <a:gsLst>
              <a:gs pos="0">
                <a:srgbClr val="E8A857">
                  <a:alpha val="30000"/>
                </a:srgbClr>
              </a:gs>
              <a:gs pos="100000">
                <a:srgbClr val="E8A857">
                  <a:alpha val="10000"/>
                </a:srgbClr>
              </a:gs>
            </a:gsLst>
            <a:lin ang="2700000" scaled="1"/>
          </a:gra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10315" y="1658059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45" name="Shape 43"/>
          <p:cNvSpPr/>
          <p:nvPr/>
        </p:nvSpPr>
        <p:spPr>
          <a:xfrm>
            <a:off x="11047898" y="1827392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111125"/>
                </a:moveTo>
                <a:cubicBezTo>
                  <a:pt x="187225" y="111125"/>
                  <a:pt x="210344" y="88007"/>
                  <a:pt x="210344" y="59531"/>
                </a:cubicBezTo>
                <a:cubicBezTo>
                  <a:pt x="210344" y="31056"/>
                  <a:pt x="187225" y="7938"/>
                  <a:pt x="158750" y="7938"/>
                </a:cubicBezTo>
                <a:cubicBezTo>
                  <a:pt x="130275" y="7938"/>
                  <a:pt x="107156" y="31056"/>
                  <a:pt x="107156" y="59531"/>
                </a:cubicBezTo>
                <a:cubicBezTo>
                  <a:pt x="107156" y="88007"/>
                  <a:pt x="130275" y="111125"/>
                  <a:pt x="158750" y="111125"/>
                </a:cubicBezTo>
                <a:close/>
                <a:moveTo>
                  <a:pt x="47625" y="115094"/>
                </a:moveTo>
                <a:cubicBezTo>
                  <a:pt x="67339" y="115094"/>
                  <a:pt x="83344" y="99089"/>
                  <a:pt x="83344" y="79375"/>
                </a:cubicBezTo>
                <a:cubicBezTo>
                  <a:pt x="83344" y="59661"/>
                  <a:pt x="67339" y="43656"/>
                  <a:pt x="47625" y="43656"/>
                </a:cubicBezTo>
                <a:cubicBezTo>
                  <a:pt x="27911" y="43656"/>
                  <a:pt x="11906" y="59661"/>
                  <a:pt x="11906" y="79375"/>
                </a:cubicBezTo>
                <a:cubicBezTo>
                  <a:pt x="11906" y="99089"/>
                  <a:pt x="27911" y="115094"/>
                  <a:pt x="47625" y="115094"/>
                </a:cubicBezTo>
                <a:close/>
                <a:moveTo>
                  <a:pt x="0" y="206375"/>
                </a:moveTo>
                <a:lnTo>
                  <a:pt x="0" y="222250"/>
                </a:lnTo>
                <a:cubicBezTo>
                  <a:pt x="0" y="231031"/>
                  <a:pt x="7094" y="238125"/>
                  <a:pt x="15875" y="238125"/>
                </a:cubicBezTo>
                <a:lnTo>
                  <a:pt x="58886" y="238125"/>
                </a:lnTo>
                <a:cubicBezTo>
                  <a:pt x="56753" y="233263"/>
                  <a:pt x="55563" y="227905"/>
                  <a:pt x="55563" y="222250"/>
                </a:cubicBezTo>
                <a:lnTo>
                  <a:pt x="55563" y="214313"/>
                </a:lnTo>
                <a:cubicBezTo>
                  <a:pt x="55563" y="187920"/>
                  <a:pt x="65484" y="163810"/>
                  <a:pt x="81806" y="145554"/>
                </a:cubicBezTo>
                <a:cubicBezTo>
                  <a:pt x="76002" y="143818"/>
                  <a:pt x="69850" y="142875"/>
                  <a:pt x="63500" y="142875"/>
                </a:cubicBezTo>
                <a:cubicBezTo>
                  <a:pt x="28426" y="142875"/>
                  <a:pt x="0" y="171301"/>
                  <a:pt x="0" y="206375"/>
                </a:cubicBezTo>
                <a:close/>
                <a:moveTo>
                  <a:pt x="305594" y="79375"/>
                </a:moveTo>
                <a:cubicBezTo>
                  <a:pt x="305594" y="59661"/>
                  <a:pt x="289589" y="43656"/>
                  <a:pt x="269875" y="43656"/>
                </a:cubicBezTo>
                <a:cubicBezTo>
                  <a:pt x="250161" y="43656"/>
                  <a:pt x="234156" y="59661"/>
                  <a:pt x="234156" y="79375"/>
                </a:cubicBezTo>
                <a:cubicBezTo>
                  <a:pt x="234156" y="99089"/>
                  <a:pt x="250161" y="115094"/>
                  <a:pt x="269875" y="115094"/>
                </a:cubicBezTo>
                <a:cubicBezTo>
                  <a:pt x="289589" y="115094"/>
                  <a:pt x="305594" y="99089"/>
                  <a:pt x="305594" y="79375"/>
                </a:cubicBezTo>
                <a:close/>
                <a:moveTo>
                  <a:pt x="79375" y="214313"/>
                </a:moveTo>
                <a:lnTo>
                  <a:pt x="79375" y="222250"/>
                </a:lnTo>
                <a:cubicBezTo>
                  <a:pt x="79375" y="231031"/>
                  <a:pt x="86469" y="238125"/>
                  <a:pt x="95250" y="238125"/>
                </a:cubicBezTo>
                <a:lnTo>
                  <a:pt x="173038" y="238125"/>
                </a:lnTo>
                <a:cubicBezTo>
                  <a:pt x="169515" y="227409"/>
                  <a:pt x="169912" y="216098"/>
                  <a:pt x="178346" y="206375"/>
                </a:cubicBezTo>
                <a:cubicBezTo>
                  <a:pt x="171400" y="198338"/>
                  <a:pt x="168176" y="186680"/>
                  <a:pt x="172690" y="174972"/>
                </a:cubicBezTo>
                <a:cubicBezTo>
                  <a:pt x="175964" y="166489"/>
                  <a:pt x="180578" y="158552"/>
                  <a:pt x="186283" y="151507"/>
                </a:cubicBezTo>
                <a:cubicBezTo>
                  <a:pt x="188962" y="148233"/>
                  <a:pt x="192038" y="145703"/>
                  <a:pt x="195362" y="143867"/>
                </a:cubicBezTo>
                <a:cubicBezTo>
                  <a:pt x="184398" y="138162"/>
                  <a:pt x="171946" y="134938"/>
                  <a:pt x="158750" y="134938"/>
                </a:cubicBezTo>
                <a:cubicBezTo>
                  <a:pt x="114895" y="134938"/>
                  <a:pt x="79375" y="170458"/>
                  <a:pt x="79375" y="214313"/>
                </a:cubicBezTo>
                <a:close/>
                <a:moveTo>
                  <a:pt x="309860" y="192435"/>
                </a:moveTo>
                <a:cubicBezTo>
                  <a:pt x="312986" y="190649"/>
                  <a:pt x="314573" y="186928"/>
                  <a:pt x="313234" y="183505"/>
                </a:cubicBezTo>
                <a:cubicBezTo>
                  <a:pt x="310852" y="177354"/>
                  <a:pt x="307529" y="171549"/>
                  <a:pt x="303361" y="166439"/>
                </a:cubicBezTo>
                <a:cubicBezTo>
                  <a:pt x="301079" y="163612"/>
                  <a:pt x="297061" y="163116"/>
                  <a:pt x="293936" y="164951"/>
                </a:cubicBezTo>
                <a:cubicBezTo>
                  <a:pt x="283121" y="171202"/>
                  <a:pt x="269825" y="163562"/>
                  <a:pt x="269825" y="151011"/>
                </a:cubicBezTo>
                <a:cubicBezTo>
                  <a:pt x="269825" y="147389"/>
                  <a:pt x="267395" y="144165"/>
                  <a:pt x="263823" y="143619"/>
                </a:cubicBezTo>
                <a:cubicBezTo>
                  <a:pt x="257423" y="142627"/>
                  <a:pt x="250527" y="142627"/>
                  <a:pt x="244128" y="143619"/>
                </a:cubicBezTo>
                <a:cubicBezTo>
                  <a:pt x="240556" y="144165"/>
                  <a:pt x="238125" y="147389"/>
                  <a:pt x="238125" y="151011"/>
                </a:cubicBezTo>
                <a:cubicBezTo>
                  <a:pt x="238125" y="163512"/>
                  <a:pt x="224830" y="171202"/>
                  <a:pt x="214015" y="164951"/>
                </a:cubicBezTo>
                <a:cubicBezTo>
                  <a:pt x="210889" y="163165"/>
                  <a:pt x="206871" y="163661"/>
                  <a:pt x="204589" y="166439"/>
                </a:cubicBezTo>
                <a:cubicBezTo>
                  <a:pt x="200422" y="171549"/>
                  <a:pt x="197098" y="177354"/>
                  <a:pt x="194717" y="183505"/>
                </a:cubicBezTo>
                <a:cubicBezTo>
                  <a:pt x="193427" y="186879"/>
                  <a:pt x="194965" y="190599"/>
                  <a:pt x="198090" y="192385"/>
                </a:cubicBezTo>
                <a:cubicBezTo>
                  <a:pt x="208955" y="198636"/>
                  <a:pt x="208955" y="213965"/>
                  <a:pt x="198090" y="220266"/>
                </a:cubicBezTo>
                <a:cubicBezTo>
                  <a:pt x="194965" y="222052"/>
                  <a:pt x="193377" y="225772"/>
                  <a:pt x="194717" y="229146"/>
                </a:cubicBezTo>
                <a:cubicBezTo>
                  <a:pt x="197098" y="235297"/>
                  <a:pt x="200422" y="241102"/>
                  <a:pt x="204589" y="246211"/>
                </a:cubicBezTo>
                <a:cubicBezTo>
                  <a:pt x="206871" y="249039"/>
                  <a:pt x="210889" y="249535"/>
                  <a:pt x="214015" y="247700"/>
                </a:cubicBezTo>
                <a:cubicBezTo>
                  <a:pt x="224830" y="241449"/>
                  <a:pt x="238125" y="249138"/>
                  <a:pt x="238125" y="261640"/>
                </a:cubicBezTo>
                <a:cubicBezTo>
                  <a:pt x="238125" y="265261"/>
                  <a:pt x="240556" y="268486"/>
                  <a:pt x="244128" y="269032"/>
                </a:cubicBezTo>
                <a:cubicBezTo>
                  <a:pt x="250527" y="270024"/>
                  <a:pt x="257423" y="270024"/>
                  <a:pt x="263823" y="269032"/>
                </a:cubicBezTo>
                <a:cubicBezTo>
                  <a:pt x="267395" y="268486"/>
                  <a:pt x="269825" y="265261"/>
                  <a:pt x="269825" y="261640"/>
                </a:cubicBezTo>
                <a:cubicBezTo>
                  <a:pt x="269825" y="249138"/>
                  <a:pt x="283121" y="241449"/>
                  <a:pt x="293936" y="247700"/>
                </a:cubicBezTo>
                <a:cubicBezTo>
                  <a:pt x="297061" y="249486"/>
                  <a:pt x="301079" y="248989"/>
                  <a:pt x="303361" y="246211"/>
                </a:cubicBezTo>
                <a:cubicBezTo>
                  <a:pt x="307529" y="241102"/>
                  <a:pt x="310852" y="235297"/>
                  <a:pt x="313234" y="229146"/>
                </a:cubicBezTo>
                <a:cubicBezTo>
                  <a:pt x="314523" y="225772"/>
                  <a:pt x="312986" y="222052"/>
                  <a:pt x="309860" y="220266"/>
                </a:cubicBezTo>
                <a:cubicBezTo>
                  <a:pt x="298996" y="214015"/>
                  <a:pt x="298996" y="198686"/>
                  <a:pt x="309860" y="192385"/>
                </a:cubicBezTo>
                <a:close/>
                <a:moveTo>
                  <a:pt x="234156" y="206375"/>
                </a:moveTo>
                <a:cubicBezTo>
                  <a:pt x="234156" y="195423"/>
                  <a:pt x="243048" y="186531"/>
                  <a:pt x="254000" y="186531"/>
                </a:cubicBezTo>
                <a:cubicBezTo>
                  <a:pt x="264952" y="186531"/>
                  <a:pt x="273844" y="195423"/>
                  <a:pt x="273844" y="206375"/>
                </a:cubicBezTo>
                <a:cubicBezTo>
                  <a:pt x="273844" y="217327"/>
                  <a:pt x="264952" y="226219"/>
                  <a:pt x="254000" y="226219"/>
                </a:cubicBezTo>
                <a:cubicBezTo>
                  <a:pt x="243048" y="226219"/>
                  <a:pt x="234156" y="217327"/>
                  <a:pt x="234156" y="206375"/>
                </a:cubicBezTo>
                <a:close/>
              </a:path>
            </a:pathLst>
          </a:custGeom>
          <a:solidFill>
            <a:srgbClr val="1E2024"/>
          </a:solidFill>
        </p:spPr>
      </p:sp>
      <p:sp>
        <p:nvSpPr>
          <p:cNvPr id="46" name="Text 44"/>
          <p:cNvSpPr/>
          <p:nvPr/>
        </p:nvSpPr>
        <p:spPr>
          <a:xfrm>
            <a:off x="11629981" y="1679226"/>
            <a:ext cx="1143000" cy="338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协同办公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629981" y="2017892"/>
            <a:ext cx="1090083" cy="2116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5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910315" y="2420059"/>
            <a:ext cx="4699000" cy="910167"/>
          </a:xfrm>
          <a:custGeom>
            <a:avLst/>
            <a:gdLst/>
            <a:ahLst/>
            <a:cxnLst/>
            <a:rect l="l" t="t" r="r" b="b"/>
            <a:pathLst>
              <a:path w="4699000" h="910167">
                <a:moveTo>
                  <a:pt x="84664" y="0"/>
                </a:moveTo>
                <a:lnTo>
                  <a:pt x="4614336" y="0"/>
                </a:lnTo>
                <a:cubicBezTo>
                  <a:pt x="4661095" y="0"/>
                  <a:pt x="4699000" y="37905"/>
                  <a:pt x="4699000" y="84664"/>
                </a:cubicBezTo>
                <a:lnTo>
                  <a:pt x="4699000" y="825503"/>
                </a:lnTo>
                <a:cubicBezTo>
                  <a:pt x="4699000" y="872261"/>
                  <a:pt x="4661095" y="910167"/>
                  <a:pt x="4614336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11037315" y="2547059"/>
            <a:ext cx="4540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OneDrive 协作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37315" y="2928059"/>
            <a:ext cx="4529667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多人实时编辑，自动保存云端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910315" y="5905500"/>
            <a:ext cx="4699000" cy="910167"/>
          </a:xfrm>
          <a:custGeom>
            <a:avLst/>
            <a:gdLst/>
            <a:ahLst/>
            <a:cxnLst/>
            <a:rect l="l" t="t" r="r" b="b"/>
            <a:pathLst>
              <a:path w="4699000" h="910167">
                <a:moveTo>
                  <a:pt x="84664" y="0"/>
                </a:moveTo>
                <a:lnTo>
                  <a:pt x="4614336" y="0"/>
                </a:lnTo>
                <a:cubicBezTo>
                  <a:pt x="4661095" y="0"/>
                  <a:pt x="4699000" y="37905"/>
                  <a:pt x="4699000" y="84664"/>
                </a:cubicBezTo>
                <a:lnTo>
                  <a:pt x="4699000" y="825503"/>
                </a:lnTo>
                <a:cubicBezTo>
                  <a:pt x="4699000" y="872261"/>
                  <a:pt x="4661095" y="910167"/>
                  <a:pt x="4614336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11037315" y="6032500"/>
            <a:ext cx="4540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版本历史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37315" y="6413500"/>
            <a:ext cx="4529667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查看和恢复历史版本，防止误操作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910315" y="9390946"/>
            <a:ext cx="4699000" cy="910167"/>
          </a:xfrm>
          <a:custGeom>
            <a:avLst/>
            <a:gdLst/>
            <a:ahLst/>
            <a:cxnLst/>
            <a:rect l="l" t="t" r="r" b="b"/>
            <a:pathLst>
              <a:path w="4699000" h="910167">
                <a:moveTo>
                  <a:pt x="84664" y="0"/>
                </a:moveTo>
                <a:lnTo>
                  <a:pt x="4614336" y="0"/>
                </a:lnTo>
                <a:cubicBezTo>
                  <a:pt x="4661095" y="0"/>
                  <a:pt x="4699000" y="37905"/>
                  <a:pt x="4699000" y="84664"/>
                </a:cubicBezTo>
                <a:lnTo>
                  <a:pt x="4699000" y="825503"/>
                </a:lnTo>
                <a:cubicBezTo>
                  <a:pt x="4699000" y="872261"/>
                  <a:pt x="4661095" y="910167"/>
                  <a:pt x="4614336" y="910167"/>
                </a:cubicBezTo>
                <a:lnTo>
                  <a:pt x="84664" y="910167"/>
                </a:lnTo>
                <a:cubicBezTo>
                  <a:pt x="37905" y="910167"/>
                  <a:pt x="0" y="872261"/>
                  <a:pt x="0" y="825503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11037315" y="9517946"/>
            <a:ext cx="4540250" cy="2963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批注修订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037315" y="9898946"/>
            <a:ext cx="4529667" cy="2751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添加批注建议，修订模式追踪修改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44500" y="10731500"/>
            <a:ext cx="15388167" cy="592667"/>
          </a:xfrm>
          <a:custGeom>
            <a:avLst/>
            <a:gdLst/>
            <a:ahLst/>
            <a:cxnLst/>
            <a:rect l="l" t="t" r="r" b="b"/>
            <a:pathLst>
              <a:path w="15388167" h="592667">
                <a:moveTo>
                  <a:pt x="0" y="0"/>
                </a:moveTo>
                <a:lnTo>
                  <a:pt x="15303498" y="0"/>
                </a:lnTo>
                <a:cubicBezTo>
                  <a:pt x="15350259" y="0"/>
                  <a:pt x="15388167" y="37907"/>
                  <a:pt x="15388167" y="84668"/>
                </a:cubicBezTo>
                <a:lnTo>
                  <a:pt x="15388167" y="507998"/>
                </a:lnTo>
                <a:cubicBezTo>
                  <a:pt x="15388167" y="554759"/>
                  <a:pt x="15350259" y="592667"/>
                  <a:pt x="15303498" y="592667"/>
                </a:cubicBez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14902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444500" y="10731500"/>
            <a:ext cx="42333" cy="592667"/>
          </a:xfrm>
          <a:custGeom>
            <a:avLst/>
            <a:gdLst/>
            <a:ahLst/>
            <a:cxnLst/>
            <a:rect l="l" t="t" r="r" b="b"/>
            <a:pathLst>
              <a:path w="42333" h="592667">
                <a:moveTo>
                  <a:pt x="0" y="0"/>
                </a:moveTo>
                <a:lnTo>
                  <a:pt x="42333" y="0"/>
                </a:lnTo>
                <a:lnTo>
                  <a:pt x="42333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</p:spPr>
      </p:sp>
      <p:sp>
        <p:nvSpPr>
          <p:cNvPr id="59" name="Shape 57"/>
          <p:cNvSpPr/>
          <p:nvPr/>
        </p:nvSpPr>
        <p:spPr>
          <a:xfrm>
            <a:off x="698500" y="10900833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60" name="Text 58"/>
          <p:cNvSpPr/>
          <p:nvPr/>
        </p:nvSpPr>
        <p:spPr>
          <a:xfrm>
            <a:off x="1079500" y="10900833"/>
            <a:ext cx="369358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效率思维:</a:t>
            </a:r>
            <a:r>
              <a:rPr lang="en-US" sz="1335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快捷键+智能工具+协同办公=效率倍增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016" y="482016"/>
            <a:ext cx="15388371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b="1" kern="0" spc="76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2016" y="867629"/>
            <a:ext cx="15508875" cy="482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15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学习路径与资源推荐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6033" y="1642872"/>
            <a:ext cx="8636126" cy="4454634"/>
          </a:xfrm>
          <a:custGeom>
            <a:avLst/>
            <a:gdLst/>
            <a:ahLst/>
            <a:cxnLst/>
            <a:rect l="l" t="t" r="r" b="b"/>
            <a:pathLst>
              <a:path w="8636126" h="4454634">
                <a:moveTo>
                  <a:pt x="144597" y="0"/>
                </a:moveTo>
                <a:lnTo>
                  <a:pt x="8491528" y="0"/>
                </a:lnTo>
                <a:cubicBezTo>
                  <a:pt x="8571387" y="0"/>
                  <a:pt x="8636126" y="64738"/>
                  <a:pt x="8636126" y="144597"/>
                </a:cubicBezTo>
                <a:lnTo>
                  <a:pt x="8636126" y="4310037"/>
                </a:lnTo>
                <a:cubicBezTo>
                  <a:pt x="8636126" y="4389842"/>
                  <a:pt x="8571334" y="4454634"/>
                  <a:pt x="8491528" y="4454634"/>
                </a:cubicBezTo>
                <a:lnTo>
                  <a:pt x="144597" y="4454634"/>
                </a:lnTo>
                <a:cubicBezTo>
                  <a:pt x="64738" y="4454634"/>
                  <a:pt x="0" y="4389896"/>
                  <a:pt x="0" y="4310037"/>
                </a:cubicBezTo>
                <a:lnTo>
                  <a:pt x="0" y="144597"/>
                </a:lnTo>
                <a:cubicBezTo>
                  <a:pt x="0" y="64792"/>
                  <a:pt x="64792" y="0"/>
                  <a:pt x="1445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058" y="1887901"/>
            <a:ext cx="674823" cy="674823"/>
          </a:xfrm>
          <a:custGeom>
            <a:avLst/>
            <a:gdLst/>
            <a:ahLst/>
            <a:cxnLst/>
            <a:rect l="l" t="t" r="r" b="b"/>
            <a:pathLst>
              <a:path w="674823" h="674823">
                <a:moveTo>
                  <a:pt x="96405" y="0"/>
                </a:moveTo>
                <a:lnTo>
                  <a:pt x="578418" y="0"/>
                </a:lnTo>
                <a:cubicBezTo>
                  <a:pt x="631661" y="0"/>
                  <a:pt x="674823" y="43162"/>
                  <a:pt x="674823" y="96405"/>
                </a:cubicBezTo>
                <a:lnTo>
                  <a:pt x="674823" y="578418"/>
                </a:lnTo>
                <a:cubicBezTo>
                  <a:pt x="674823" y="631661"/>
                  <a:pt x="631661" y="674823"/>
                  <a:pt x="578418" y="674823"/>
                </a:cubicBezTo>
                <a:lnTo>
                  <a:pt x="96405" y="674823"/>
                </a:lnTo>
                <a:cubicBezTo>
                  <a:pt x="43162" y="674823"/>
                  <a:pt x="0" y="631661"/>
                  <a:pt x="0" y="578418"/>
                </a:cubicBezTo>
                <a:lnTo>
                  <a:pt x="0" y="96405"/>
                </a:lnTo>
                <a:cubicBezTo>
                  <a:pt x="0" y="43162"/>
                  <a:pt x="43162" y="0"/>
                  <a:pt x="96405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6" name="Shape 4"/>
          <p:cNvSpPr/>
          <p:nvPr/>
        </p:nvSpPr>
        <p:spPr>
          <a:xfrm>
            <a:off x="905789" y="2080708"/>
            <a:ext cx="325361" cy="289210"/>
          </a:xfrm>
          <a:custGeom>
            <a:avLst/>
            <a:gdLst/>
            <a:ahLst/>
            <a:cxnLst/>
            <a:rect l="l" t="t" r="r" b="b"/>
            <a:pathLst>
              <a:path w="325361" h="289210">
                <a:moveTo>
                  <a:pt x="27113" y="110600"/>
                </a:moveTo>
                <a:lnTo>
                  <a:pt x="145283" y="159235"/>
                </a:lnTo>
                <a:cubicBezTo>
                  <a:pt x="150818" y="161494"/>
                  <a:pt x="156693" y="162681"/>
                  <a:pt x="162681" y="162681"/>
                </a:cubicBezTo>
                <a:cubicBezTo>
                  <a:pt x="168668" y="162681"/>
                  <a:pt x="174543" y="161494"/>
                  <a:pt x="180078" y="159235"/>
                </a:cubicBezTo>
                <a:lnTo>
                  <a:pt x="317001" y="102862"/>
                </a:lnTo>
                <a:cubicBezTo>
                  <a:pt x="322085" y="100772"/>
                  <a:pt x="325361" y="95857"/>
                  <a:pt x="325361" y="90378"/>
                </a:cubicBezTo>
                <a:cubicBezTo>
                  <a:pt x="325361" y="84899"/>
                  <a:pt x="322085" y="79985"/>
                  <a:pt x="317001" y="77895"/>
                </a:cubicBezTo>
                <a:lnTo>
                  <a:pt x="180078" y="21521"/>
                </a:lnTo>
                <a:cubicBezTo>
                  <a:pt x="174543" y="19262"/>
                  <a:pt x="168668" y="18076"/>
                  <a:pt x="162681" y="18076"/>
                </a:cubicBezTo>
                <a:cubicBezTo>
                  <a:pt x="156693" y="18076"/>
                  <a:pt x="150818" y="19262"/>
                  <a:pt x="145283" y="21521"/>
                </a:cubicBezTo>
                <a:lnTo>
                  <a:pt x="8360" y="77895"/>
                </a:lnTo>
                <a:cubicBezTo>
                  <a:pt x="3276" y="79985"/>
                  <a:pt x="0" y="84899"/>
                  <a:pt x="0" y="90378"/>
                </a:cubicBezTo>
                <a:lnTo>
                  <a:pt x="0" y="257577"/>
                </a:lnTo>
                <a:cubicBezTo>
                  <a:pt x="0" y="265090"/>
                  <a:pt x="6044" y="271134"/>
                  <a:pt x="13557" y="271134"/>
                </a:cubicBezTo>
                <a:cubicBezTo>
                  <a:pt x="21069" y="271134"/>
                  <a:pt x="27113" y="265090"/>
                  <a:pt x="27113" y="257577"/>
                </a:cubicBezTo>
                <a:lnTo>
                  <a:pt x="27113" y="110600"/>
                </a:lnTo>
                <a:close/>
                <a:moveTo>
                  <a:pt x="54227" y="151101"/>
                </a:moveTo>
                <a:lnTo>
                  <a:pt x="54227" y="216907"/>
                </a:lnTo>
                <a:cubicBezTo>
                  <a:pt x="54227" y="246845"/>
                  <a:pt x="102805" y="271134"/>
                  <a:pt x="162681" y="271134"/>
                </a:cubicBezTo>
                <a:cubicBezTo>
                  <a:pt x="222556" y="271134"/>
                  <a:pt x="271134" y="246845"/>
                  <a:pt x="271134" y="216907"/>
                </a:cubicBezTo>
                <a:lnTo>
                  <a:pt x="271134" y="151044"/>
                </a:lnTo>
                <a:lnTo>
                  <a:pt x="190415" y="184315"/>
                </a:lnTo>
                <a:cubicBezTo>
                  <a:pt x="181603" y="187930"/>
                  <a:pt x="172227" y="189794"/>
                  <a:pt x="162681" y="189794"/>
                </a:cubicBezTo>
                <a:cubicBezTo>
                  <a:pt x="153134" y="189794"/>
                  <a:pt x="143758" y="187930"/>
                  <a:pt x="134946" y="184315"/>
                </a:cubicBezTo>
                <a:lnTo>
                  <a:pt x="54227" y="15104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550486" y="1912002"/>
            <a:ext cx="2169073" cy="3856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5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阶段性提升计划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0486" y="2297615"/>
            <a:ext cx="2108821" cy="241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从入门到精通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5159" y="2755530"/>
            <a:ext cx="2566737" cy="3084904"/>
          </a:xfrm>
          <a:custGeom>
            <a:avLst/>
            <a:gdLst/>
            <a:ahLst/>
            <a:cxnLst/>
            <a:rect l="l" t="t" r="r" b="b"/>
            <a:pathLst>
              <a:path w="2566737" h="3084904">
                <a:moveTo>
                  <a:pt x="48202" y="0"/>
                </a:moveTo>
                <a:lnTo>
                  <a:pt x="2470330" y="0"/>
                </a:lnTo>
                <a:cubicBezTo>
                  <a:pt x="2523574" y="0"/>
                  <a:pt x="2566737" y="43163"/>
                  <a:pt x="2566737" y="96407"/>
                </a:cubicBezTo>
                <a:lnTo>
                  <a:pt x="2566737" y="2988498"/>
                </a:lnTo>
                <a:cubicBezTo>
                  <a:pt x="2566737" y="3041742"/>
                  <a:pt x="2523574" y="3084904"/>
                  <a:pt x="2470330" y="3084904"/>
                </a:cubicBezTo>
                <a:lnTo>
                  <a:pt x="48202" y="3084904"/>
                </a:lnTo>
                <a:cubicBezTo>
                  <a:pt x="21581" y="3084904"/>
                  <a:pt x="0" y="3063324"/>
                  <a:pt x="0" y="3036703"/>
                </a:cubicBezTo>
                <a:lnTo>
                  <a:pt x="0" y="48202"/>
                </a:lnTo>
                <a:cubicBezTo>
                  <a:pt x="0" y="21598"/>
                  <a:pt x="21598" y="0"/>
                  <a:pt x="48202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755159" y="2755530"/>
            <a:ext cx="48202" cy="3084904"/>
          </a:xfrm>
          <a:custGeom>
            <a:avLst/>
            <a:gdLst/>
            <a:ahLst/>
            <a:cxnLst/>
            <a:rect l="l" t="t" r="r" b="b"/>
            <a:pathLst>
              <a:path w="48202" h="3084904">
                <a:moveTo>
                  <a:pt x="48202" y="0"/>
                </a:moveTo>
                <a:lnTo>
                  <a:pt x="48202" y="0"/>
                </a:lnTo>
                <a:lnTo>
                  <a:pt x="48202" y="3084904"/>
                </a:lnTo>
                <a:lnTo>
                  <a:pt x="48202" y="3084904"/>
                </a:lnTo>
                <a:cubicBezTo>
                  <a:pt x="21581" y="3084904"/>
                  <a:pt x="0" y="3063324"/>
                  <a:pt x="0" y="3036703"/>
                </a:cubicBezTo>
                <a:lnTo>
                  <a:pt x="0" y="48202"/>
                </a:lnTo>
                <a:cubicBezTo>
                  <a:pt x="0" y="21598"/>
                  <a:pt x="21598" y="0"/>
                  <a:pt x="482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11" name="Shape 9"/>
          <p:cNvSpPr/>
          <p:nvPr/>
        </p:nvSpPr>
        <p:spPr>
          <a:xfrm>
            <a:off x="972066" y="2948337"/>
            <a:ext cx="482016" cy="482016"/>
          </a:xfrm>
          <a:custGeom>
            <a:avLst/>
            <a:gdLst/>
            <a:ahLst/>
            <a:cxnLst/>
            <a:rect l="l" t="t" r="r" b="b"/>
            <a:pathLst>
              <a:path w="482016" h="482016">
                <a:moveTo>
                  <a:pt x="72302" y="0"/>
                </a:moveTo>
                <a:lnTo>
                  <a:pt x="409714" y="0"/>
                </a:lnTo>
                <a:cubicBezTo>
                  <a:pt x="449645" y="0"/>
                  <a:pt x="482016" y="32371"/>
                  <a:pt x="482016" y="72302"/>
                </a:cubicBezTo>
                <a:lnTo>
                  <a:pt x="482016" y="409714"/>
                </a:lnTo>
                <a:cubicBezTo>
                  <a:pt x="482016" y="449645"/>
                  <a:pt x="449645" y="482016"/>
                  <a:pt x="409714" y="482016"/>
                </a:cubicBezTo>
                <a:lnTo>
                  <a:pt x="72302" y="482016"/>
                </a:lnTo>
                <a:cubicBezTo>
                  <a:pt x="32371" y="482016"/>
                  <a:pt x="0" y="449645"/>
                  <a:pt x="0" y="409714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12" name="Text 10"/>
          <p:cNvSpPr/>
          <p:nvPr/>
        </p:nvSpPr>
        <p:spPr>
          <a:xfrm>
            <a:off x="1098219" y="3020639"/>
            <a:ext cx="349462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0486" y="3020639"/>
            <a:ext cx="1084537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初级阶段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2066" y="3574958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2066" y="3960571"/>
            <a:ext cx="2253426" cy="578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掌握核心功能，提高基础效率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2066" y="4683596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Word样式与目录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2066" y="5021007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Excel基础函数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2066" y="5358419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PPT母版与布局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35791" y="2755530"/>
            <a:ext cx="2566737" cy="3084904"/>
          </a:xfrm>
          <a:custGeom>
            <a:avLst/>
            <a:gdLst/>
            <a:ahLst/>
            <a:cxnLst/>
            <a:rect l="l" t="t" r="r" b="b"/>
            <a:pathLst>
              <a:path w="2566737" h="3084904">
                <a:moveTo>
                  <a:pt x="48202" y="0"/>
                </a:moveTo>
                <a:lnTo>
                  <a:pt x="2470330" y="0"/>
                </a:lnTo>
                <a:cubicBezTo>
                  <a:pt x="2523574" y="0"/>
                  <a:pt x="2566737" y="43163"/>
                  <a:pt x="2566737" y="96407"/>
                </a:cubicBezTo>
                <a:lnTo>
                  <a:pt x="2566737" y="2988498"/>
                </a:lnTo>
                <a:cubicBezTo>
                  <a:pt x="2566737" y="3041742"/>
                  <a:pt x="2523574" y="3084904"/>
                  <a:pt x="2470330" y="3084904"/>
                </a:cubicBezTo>
                <a:lnTo>
                  <a:pt x="48202" y="3084904"/>
                </a:lnTo>
                <a:cubicBezTo>
                  <a:pt x="21581" y="3084904"/>
                  <a:pt x="0" y="3063324"/>
                  <a:pt x="0" y="3036703"/>
                </a:cubicBezTo>
                <a:lnTo>
                  <a:pt x="0" y="48202"/>
                </a:lnTo>
                <a:cubicBezTo>
                  <a:pt x="0" y="21598"/>
                  <a:pt x="21598" y="0"/>
                  <a:pt x="48202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3535791" y="2755530"/>
            <a:ext cx="48202" cy="3084904"/>
          </a:xfrm>
          <a:custGeom>
            <a:avLst/>
            <a:gdLst/>
            <a:ahLst/>
            <a:cxnLst/>
            <a:rect l="l" t="t" r="r" b="b"/>
            <a:pathLst>
              <a:path w="48202" h="3084904">
                <a:moveTo>
                  <a:pt x="48202" y="0"/>
                </a:moveTo>
                <a:lnTo>
                  <a:pt x="48202" y="0"/>
                </a:lnTo>
                <a:lnTo>
                  <a:pt x="48202" y="3084904"/>
                </a:lnTo>
                <a:lnTo>
                  <a:pt x="48202" y="3084904"/>
                </a:lnTo>
                <a:cubicBezTo>
                  <a:pt x="21581" y="3084904"/>
                  <a:pt x="0" y="3063324"/>
                  <a:pt x="0" y="3036703"/>
                </a:cubicBezTo>
                <a:lnTo>
                  <a:pt x="0" y="48202"/>
                </a:lnTo>
                <a:cubicBezTo>
                  <a:pt x="0" y="21598"/>
                  <a:pt x="21598" y="0"/>
                  <a:pt x="48202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1" name="Shape 19"/>
          <p:cNvSpPr/>
          <p:nvPr/>
        </p:nvSpPr>
        <p:spPr>
          <a:xfrm>
            <a:off x="3752698" y="2948337"/>
            <a:ext cx="482016" cy="482016"/>
          </a:xfrm>
          <a:custGeom>
            <a:avLst/>
            <a:gdLst/>
            <a:ahLst/>
            <a:cxnLst/>
            <a:rect l="l" t="t" r="r" b="b"/>
            <a:pathLst>
              <a:path w="482016" h="482016">
                <a:moveTo>
                  <a:pt x="72302" y="0"/>
                </a:moveTo>
                <a:lnTo>
                  <a:pt x="409714" y="0"/>
                </a:lnTo>
                <a:cubicBezTo>
                  <a:pt x="449645" y="0"/>
                  <a:pt x="482016" y="32371"/>
                  <a:pt x="482016" y="72302"/>
                </a:cubicBezTo>
                <a:lnTo>
                  <a:pt x="482016" y="409714"/>
                </a:lnTo>
                <a:cubicBezTo>
                  <a:pt x="482016" y="449645"/>
                  <a:pt x="449645" y="482016"/>
                  <a:pt x="409714" y="482016"/>
                </a:cubicBezTo>
                <a:lnTo>
                  <a:pt x="72302" y="482016"/>
                </a:lnTo>
                <a:cubicBezTo>
                  <a:pt x="32371" y="482016"/>
                  <a:pt x="0" y="449645"/>
                  <a:pt x="0" y="409714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22" name="Text 20"/>
          <p:cNvSpPr/>
          <p:nvPr/>
        </p:nvSpPr>
        <p:spPr>
          <a:xfrm>
            <a:off x="3858390" y="3020639"/>
            <a:ext cx="385613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1E20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31118" y="3020639"/>
            <a:ext cx="1084537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中级阶段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52698" y="3574958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52698" y="3960571"/>
            <a:ext cx="2253426" cy="578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熟练运用函数与设计原则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52698" y="4683596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高级函数组合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52698" y="5021007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数据透视表分析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52698" y="5358419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CRAP设计原则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16548" y="2755530"/>
            <a:ext cx="2566737" cy="3084904"/>
          </a:xfrm>
          <a:custGeom>
            <a:avLst/>
            <a:gdLst/>
            <a:ahLst/>
            <a:cxnLst/>
            <a:rect l="l" t="t" r="r" b="b"/>
            <a:pathLst>
              <a:path w="2566737" h="3084904">
                <a:moveTo>
                  <a:pt x="48202" y="0"/>
                </a:moveTo>
                <a:lnTo>
                  <a:pt x="2470330" y="0"/>
                </a:lnTo>
                <a:cubicBezTo>
                  <a:pt x="2523574" y="0"/>
                  <a:pt x="2566737" y="43163"/>
                  <a:pt x="2566737" y="96407"/>
                </a:cubicBezTo>
                <a:lnTo>
                  <a:pt x="2566737" y="2988498"/>
                </a:lnTo>
                <a:cubicBezTo>
                  <a:pt x="2566737" y="3041742"/>
                  <a:pt x="2523574" y="3084904"/>
                  <a:pt x="2470330" y="3084904"/>
                </a:cubicBezTo>
                <a:lnTo>
                  <a:pt x="48202" y="3084904"/>
                </a:lnTo>
                <a:cubicBezTo>
                  <a:pt x="21581" y="3084904"/>
                  <a:pt x="0" y="3063324"/>
                  <a:pt x="0" y="3036703"/>
                </a:cubicBezTo>
                <a:lnTo>
                  <a:pt x="0" y="48202"/>
                </a:lnTo>
                <a:cubicBezTo>
                  <a:pt x="0" y="21598"/>
                  <a:pt x="21598" y="0"/>
                  <a:pt x="48202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316548" y="2755530"/>
            <a:ext cx="48202" cy="3084904"/>
          </a:xfrm>
          <a:custGeom>
            <a:avLst/>
            <a:gdLst/>
            <a:ahLst/>
            <a:cxnLst/>
            <a:rect l="l" t="t" r="r" b="b"/>
            <a:pathLst>
              <a:path w="48202" h="3084904">
                <a:moveTo>
                  <a:pt x="48202" y="0"/>
                </a:moveTo>
                <a:lnTo>
                  <a:pt x="48202" y="0"/>
                </a:lnTo>
                <a:lnTo>
                  <a:pt x="48202" y="3084904"/>
                </a:lnTo>
                <a:lnTo>
                  <a:pt x="48202" y="3084904"/>
                </a:lnTo>
                <a:cubicBezTo>
                  <a:pt x="21581" y="3084904"/>
                  <a:pt x="0" y="3063324"/>
                  <a:pt x="0" y="3036703"/>
                </a:cubicBezTo>
                <a:lnTo>
                  <a:pt x="0" y="48202"/>
                </a:lnTo>
                <a:cubicBezTo>
                  <a:pt x="0" y="21598"/>
                  <a:pt x="21598" y="0"/>
                  <a:pt x="482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31" name="Shape 29"/>
          <p:cNvSpPr/>
          <p:nvPr/>
        </p:nvSpPr>
        <p:spPr>
          <a:xfrm>
            <a:off x="6533455" y="2948337"/>
            <a:ext cx="482016" cy="482016"/>
          </a:xfrm>
          <a:custGeom>
            <a:avLst/>
            <a:gdLst/>
            <a:ahLst/>
            <a:cxnLst/>
            <a:rect l="l" t="t" r="r" b="b"/>
            <a:pathLst>
              <a:path w="482016" h="482016">
                <a:moveTo>
                  <a:pt x="72302" y="0"/>
                </a:moveTo>
                <a:lnTo>
                  <a:pt x="409714" y="0"/>
                </a:lnTo>
                <a:cubicBezTo>
                  <a:pt x="449645" y="0"/>
                  <a:pt x="482016" y="32371"/>
                  <a:pt x="482016" y="72302"/>
                </a:cubicBezTo>
                <a:lnTo>
                  <a:pt x="482016" y="409714"/>
                </a:lnTo>
                <a:cubicBezTo>
                  <a:pt x="482016" y="449645"/>
                  <a:pt x="449645" y="482016"/>
                  <a:pt x="409714" y="482016"/>
                </a:cubicBezTo>
                <a:lnTo>
                  <a:pt x="72302" y="482016"/>
                </a:lnTo>
                <a:cubicBezTo>
                  <a:pt x="32371" y="482016"/>
                  <a:pt x="0" y="449645"/>
                  <a:pt x="0" y="409714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32" name="Text 30"/>
          <p:cNvSpPr/>
          <p:nvPr/>
        </p:nvSpPr>
        <p:spPr>
          <a:xfrm>
            <a:off x="6636009" y="3020639"/>
            <a:ext cx="397663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11875" y="3020639"/>
            <a:ext cx="1084537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高级阶段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33455" y="3574958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3455" y="3960571"/>
            <a:ext cx="2253426" cy="578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自动化与系统化解决方案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33455" y="4683596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VBA自动化脚本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3455" y="5021007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跨软件联动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3455" y="5358419"/>
            <a:ext cx="2253426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定制化模板库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6033" y="6351828"/>
            <a:ext cx="8636126" cy="2803728"/>
          </a:xfrm>
          <a:custGeom>
            <a:avLst/>
            <a:gdLst/>
            <a:ahLst/>
            <a:cxnLst/>
            <a:rect l="l" t="t" r="r" b="b"/>
            <a:pathLst>
              <a:path w="8636126" h="2803728">
                <a:moveTo>
                  <a:pt x="144616" y="0"/>
                </a:moveTo>
                <a:lnTo>
                  <a:pt x="8491509" y="0"/>
                </a:lnTo>
                <a:cubicBezTo>
                  <a:pt x="8571379" y="0"/>
                  <a:pt x="8636126" y="64747"/>
                  <a:pt x="8636126" y="144616"/>
                </a:cubicBezTo>
                <a:lnTo>
                  <a:pt x="8636126" y="2659112"/>
                </a:lnTo>
                <a:cubicBezTo>
                  <a:pt x="8636126" y="2738981"/>
                  <a:pt x="8571379" y="2803728"/>
                  <a:pt x="8491509" y="2803728"/>
                </a:cubicBezTo>
                <a:lnTo>
                  <a:pt x="144616" y="2803728"/>
                </a:lnTo>
                <a:cubicBezTo>
                  <a:pt x="64747" y="2803728"/>
                  <a:pt x="0" y="2738981"/>
                  <a:pt x="0" y="2659112"/>
                </a:cubicBezTo>
                <a:lnTo>
                  <a:pt x="0" y="144616"/>
                </a:lnTo>
                <a:cubicBezTo>
                  <a:pt x="0" y="64747"/>
                  <a:pt x="64747" y="0"/>
                  <a:pt x="144616" y="0"/>
                </a:cubicBezTo>
                <a:close/>
              </a:path>
            </a:pathLst>
          </a:custGeom>
          <a:gradFill flip="none" rotWithShape="1">
            <a:gsLst>
              <a:gs pos="0">
                <a:srgbClr val="E8A857">
                  <a:alpha val="30000"/>
                </a:srgbClr>
              </a:gs>
              <a:gs pos="100000">
                <a:srgbClr val="E8A857">
                  <a:alpha val="10000"/>
                </a:srgbClr>
              </a:gs>
            </a:gsLst>
            <a:lin ang="2700000" scaled="1"/>
          </a:gradFill>
          <a:ln w="8467">
            <a:solidFill>
              <a:srgbClr val="E8A857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058" y="6596845"/>
            <a:ext cx="674823" cy="674823"/>
          </a:xfrm>
          <a:custGeom>
            <a:avLst/>
            <a:gdLst/>
            <a:ahLst/>
            <a:cxnLst/>
            <a:rect l="l" t="t" r="r" b="b"/>
            <a:pathLst>
              <a:path w="674823" h="674823">
                <a:moveTo>
                  <a:pt x="96405" y="0"/>
                </a:moveTo>
                <a:lnTo>
                  <a:pt x="578418" y="0"/>
                </a:lnTo>
                <a:cubicBezTo>
                  <a:pt x="631661" y="0"/>
                  <a:pt x="674823" y="43162"/>
                  <a:pt x="674823" y="96405"/>
                </a:cubicBezTo>
                <a:lnTo>
                  <a:pt x="674823" y="578418"/>
                </a:lnTo>
                <a:cubicBezTo>
                  <a:pt x="674823" y="631661"/>
                  <a:pt x="631661" y="674823"/>
                  <a:pt x="578418" y="674823"/>
                </a:cubicBezTo>
                <a:lnTo>
                  <a:pt x="96405" y="674823"/>
                </a:lnTo>
                <a:cubicBezTo>
                  <a:pt x="43162" y="674823"/>
                  <a:pt x="0" y="631661"/>
                  <a:pt x="0" y="578418"/>
                </a:cubicBezTo>
                <a:lnTo>
                  <a:pt x="0" y="96405"/>
                </a:lnTo>
                <a:cubicBezTo>
                  <a:pt x="0" y="43162"/>
                  <a:pt x="43162" y="0"/>
                  <a:pt x="96405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41" name="Shape 39"/>
          <p:cNvSpPr/>
          <p:nvPr/>
        </p:nvSpPr>
        <p:spPr>
          <a:xfrm>
            <a:off x="923865" y="6789652"/>
            <a:ext cx="289210" cy="289210"/>
          </a:xfrm>
          <a:custGeom>
            <a:avLst/>
            <a:gdLst/>
            <a:ahLst/>
            <a:cxnLst/>
            <a:rect l="l" t="t" r="r" b="b"/>
            <a:pathLst>
              <a:path w="289210" h="289210">
                <a:moveTo>
                  <a:pt x="144605" y="289210"/>
                </a:moveTo>
                <a:cubicBezTo>
                  <a:pt x="224415" y="289210"/>
                  <a:pt x="289210" y="224415"/>
                  <a:pt x="289210" y="144605"/>
                </a:cubicBezTo>
                <a:cubicBezTo>
                  <a:pt x="289210" y="64795"/>
                  <a:pt x="224415" y="0"/>
                  <a:pt x="144605" y="0"/>
                </a:cubicBezTo>
                <a:cubicBezTo>
                  <a:pt x="64795" y="0"/>
                  <a:pt x="0" y="64795"/>
                  <a:pt x="0" y="144605"/>
                </a:cubicBezTo>
                <a:cubicBezTo>
                  <a:pt x="0" y="224415"/>
                  <a:pt x="64795" y="289210"/>
                  <a:pt x="144605" y="289210"/>
                </a:cubicBezTo>
                <a:close/>
                <a:moveTo>
                  <a:pt x="173243" y="183637"/>
                </a:moveTo>
                <a:lnTo>
                  <a:pt x="91734" y="214987"/>
                </a:lnTo>
                <a:cubicBezTo>
                  <a:pt x="80775" y="219223"/>
                  <a:pt x="69987" y="208434"/>
                  <a:pt x="74223" y="197476"/>
                </a:cubicBezTo>
                <a:lnTo>
                  <a:pt x="105573" y="115966"/>
                </a:lnTo>
                <a:cubicBezTo>
                  <a:pt x="107437" y="111165"/>
                  <a:pt x="111165" y="107437"/>
                  <a:pt x="115966" y="105573"/>
                </a:cubicBezTo>
                <a:lnTo>
                  <a:pt x="197476" y="74223"/>
                </a:lnTo>
                <a:cubicBezTo>
                  <a:pt x="208434" y="69987"/>
                  <a:pt x="219223" y="80775"/>
                  <a:pt x="214987" y="91734"/>
                </a:cubicBezTo>
                <a:lnTo>
                  <a:pt x="183637" y="173243"/>
                </a:lnTo>
                <a:cubicBezTo>
                  <a:pt x="181829" y="178045"/>
                  <a:pt x="178045" y="181773"/>
                  <a:pt x="173243" y="183637"/>
                </a:cubicBezTo>
                <a:close/>
                <a:moveTo>
                  <a:pt x="162681" y="144605"/>
                </a:moveTo>
                <a:cubicBezTo>
                  <a:pt x="162681" y="134629"/>
                  <a:pt x="154581" y="126529"/>
                  <a:pt x="144605" y="126529"/>
                </a:cubicBezTo>
                <a:cubicBezTo>
                  <a:pt x="134629" y="126529"/>
                  <a:pt x="126529" y="134629"/>
                  <a:pt x="126529" y="144605"/>
                </a:cubicBezTo>
                <a:cubicBezTo>
                  <a:pt x="126529" y="154581"/>
                  <a:pt x="134629" y="162681"/>
                  <a:pt x="144605" y="162681"/>
                </a:cubicBezTo>
                <a:cubicBezTo>
                  <a:pt x="154581" y="162681"/>
                  <a:pt x="162681" y="154581"/>
                  <a:pt x="162681" y="144605"/>
                </a:cubicBezTo>
                <a:close/>
              </a:path>
            </a:pathLst>
          </a:custGeom>
          <a:solidFill>
            <a:srgbClr val="1E2024"/>
          </a:solidFill>
        </p:spPr>
      </p:sp>
      <p:sp>
        <p:nvSpPr>
          <p:cNvPr id="42" name="Text 40"/>
          <p:cNvSpPr/>
          <p:nvPr/>
        </p:nvSpPr>
        <p:spPr>
          <a:xfrm>
            <a:off x="1550486" y="6620946"/>
            <a:ext cx="1879864" cy="3856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5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持续学习建议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50486" y="7006559"/>
            <a:ext cx="1819612" cy="241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成长路径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1058" y="7464474"/>
            <a:ext cx="3976635" cy="1446049"/>
          </a:xfrm>
          <a:custGeom>
            <a:avLst/>
            <a:gdLst/>
            <a:ahLst/>
            <a:cxnLst/>
            <a:rect l="l" t="t" r="r" b="b"/>
            <a:pathLst>
              <a:path w="3976635" h="1446049">
                <a:moveTo>
                  <a:pt x="96408" y="0"/>
                </a:moveTo>
                <a:lnTo>
                  <a:pt x="3880226" y="0"/>
                </a:lnTo>
                <a:cubicBezTo>
                  <a:pt x="3933471" y="0"/>
                  <a:pt x="3976635" y="43163"/>
                  <a:pt x="3976635" y="96408"/>
                </a:cubicBezTo>
                <a:lnTo>
                  <a:pt x="3976635" y="1349641"/>
                </a:lnTo>
                <a:cubicBezTo>
                  <a:pt x="3976635" y="1402886"/>
                  <a:pt x="3933471" y="1446049"/>
                  <a:pt x="3880226" y="1446049"/>
                </a:cubicBezTo>
                <a:lnTo>
                  <a:pt x="96408" y="1446049"/>
                </a:lnTo>
                <a:cubicBezTo>
                  <a:pt x="43163" y="1446049"/>
                  <a:pt x="0" y="1402886"/>
                  <a:pt x="0" y="1349641"/>
                </a:cubicBezTo>
                <a:lnTo>
                  <a:pt x="0" y="96408"/>
                </a:lnTo>
                <a:cubicBezTo>
                  <a:pt x="0" y="43163"/>
                  <a:pt x="43163" y="0"/>
                  <a:pt x="96408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923865" y="7657281"/>
            <a:ext cx="3699475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刻意练习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3865" y="8091096"/>
            <a:ext cx="3687425" cy="6266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每周选择一个技巧深度实践，建立肌肉记忆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902131" y="7464474"/>
            <a:ext cx="3976635" cy="1446049"/>
          </a:xfrm>
          <a:custGeom>
            <a:avLst/>
            <a:gdLst/>
            <a:ahLst/>
            <a:cxnLst/>
            <a:rect l="l" t="t" r="r" b="b"/>
            <a:pathLst>
              <a:path w="3976635" h="1446049">
                <a:moveTo>
                  <a:pt x="96408" y="0"/>
                </a:moveTo>
                <a:lnTo>
                  <a:pt x="3880226" y="0"/>
                </a:lnTo>
                <a:cubicBezTo>
                  <a:pt x="3933471" y="0"/>
                  <a:pt x="3976635" y="43163"/>
                  <a:pt x="3976635" y="96408"/>
                </a:cubicBezTo>
                <a:lnTo>
                  <a:pt x="3976635" y="1349641"/>
                </a:lnTo>
                <a:cubicBezTo>
                  <a:pt x="3976635" y="1402886"/>
                  <a:pt x="3933471" y="1446049"/>
                  <a:pt x="3880226" y="1446049"/>
                </a:cubicBezTo>
                <a:lnTo>
                  <a:pt x="96408" y="1446049"/>
                </a:lnTo>
                <a:cubicBezTo>
                  <a:pt x="43163" y="1446049"/>
                  <a:pt x="0" y="1402886"/>
                  <a:pt x="0" y="1349641"/>
                </a:cubicBezTo>
                <a:lnTo>
                  <a:pt x="0" y="96408"/>
                </a:lnTo>
                <a:cubicBezTo>
                  <a:pt x="0" y="43163"/>
                  <a:pt x="43163" y="0"/>
                  <a:pt x="96408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5094938" y="7657281"/>
            <a:ext cx="3699475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项目驱动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094938" y="8091096"/>
            <a:ext cx="3687425" cy="313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用真实项目检验学习成果，解决实际问题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422666" y="1642872"/>
            <a:ext cx="6346548" cy="7515438"/>
          </a:xfrm>
          <a:custGeom>
            <a:avLst/>
            <a:gdLst/>
            <a:ahLst/>
            <a:cxnLst/>
            <a:rect l="l" t="t" r="r" b="b"/>
            <a:pathLst>
              <a:path w="6346548" h="7515438">
                <a:moveTo>
                  <a:pt x="144574" y="0"/>
                </a:moveTo>
                <a:lnTo>
                  <a:pt x="6201974" y="0"/>
                </a:lnTo>
                <a:cubicBezTo>
                  <a:pt x="6281820" y="0"/>
                  <a:pt x="6346548" y="64728"/>
                  <a:pt x="6346548" y="144574"/>
                </a:cubicBezTo>
                <a:lnTo>
                  <a:pt x="6346548" y="7370863"/>
                </a:lnTo>
                <a:cubicBezTo>
                  <a:pt x="6346548" y="7450709"/>
                  <a:pt x="6281820" y="7515438"/>
                  <a:pt x="6201974" y="7515438"/>
                </a:cubicBezTo>
                <a:lnTo>
                  <a:pt x="144574" y="7515438"/>
                </a:lnTo>
                <a:cubicBezTo>
                  <a:pt x="64728" y="7515438"/>
                  <a:pt x="0" y="7450709"/>
                  <a:pt x="0" y="7370863"/>
                </a:cubicBezTo>
                <a:lnTo>
                  <a:pt x="0" y="144574"/>
                </a:lnTo>
                <a:cubicBezTo>
                  <a:pt x="0" y="64782"/>
                  <a:pt x="64782" y="0"/>
                  <a:pt x="144574" y="0"/>
                </a:cubicBezTo>
                <a:close/>
              </a:path>
            </a:pathLst>
          </a:custGeom>
          <a:gradFill flip="none" rotWithShape="1">
            <a:gsLst>
              <a:gs pos="0">
                <a:srgbClr val="5C7A9E">
                  <a:alpha val="30000"/>
                </a:srgbClr>
              </a:gs>
              <a:gs pos="100000">
                <a:srgbClr val="5C7A9E">
                  <a:alpha val="10000"/>
                </a:srgbClr>
              </a:gs>
            </a:gsLst>
            <a:lin ang="2700000" scaled="1"/>
          </a:gradFill>
          <a:ln w="8467">
            <a:solidFill>
              <a:srgbClr val="5C7A9E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15893" y="1936103"/>
            <a:ext cx="674823" cy="674823"/>
          </a:xfrm>
          <a:custGeom>
            <a:avLst/>
            <a:gdLst/>
            <a:ahLst/>
            <a:cxnLst/>
            <a:rect l="l" t="t" r="r" b="b"/>
            <a:pathLst>
              <a:path w="674823" h="674823">
                <a:moveTo>
                  <a:pt x="96405" y="0"/>
                </a:moveTo>
                <a:lnTo>
                  <a:pt x="578418" y="0"/>
                </a:lnTo>
                <a:cubicBezTo>
                  <a:pt x="631661" y="0"/>
                  <a:pt x="674823" y="43162"/>
                  <a:pt x="674823" y="96405"/>
                </a:cubicBezTo>
                <a:lnTo>
                  <a:pt x="674823" y="578418"/>
                </a:lnTo>
                <a:cubicBezTo>
                  <a:pt x="674823" y="631661"/>
                  <a:pt x="631661" y="674823"/>
                  <a:pt x="578418" y="674823"/>
                </a:cubicBezTo>
                <a:lnTo>
                  <a:pt x="96405" y="674823"/>
                </a:lnTo>
                <a:cubicBezTo>
                  <a:pt x="43162" y="674823"/>
                  <a:pt x="0" y="631661"/>
                  <a:pt x="0" y="578418"/>
                </a:cubicBezTo>
                <a:lnTo>
                  <a:pt x="0" y="96405"/>
                </a:lnTo>
                <a:cubicBezTo>
                  <a:pt x="0" y="43162"/>
                  <a:pt x="43162" y="0"/>
                  <a:pt x="96405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52" name="Shape 50"/>
          <p:cNvSpPr/>
          <p:nvPr/>
        </p:nvSpPr>
        <p:spPr>
          <a:xfrm>
            <a:off x="9944851" y="2128909"/>
            <a:ext cx="216907" cy="289210"/>
          </a:xfrm>
          <a:custGeom>
            <a:avLst/>
            <a:gdLst/>
            <a:ahLst/>
            <a:cxnLst/>
            <a:rect l="l" t="t" r="r" b="b"/>
            <a:pathLst>
              <a:path w="216907" h="289210">
                <a:moveTo>
                  <a:pt x="36151" y="0"/>
                </a:moveTo>
                <a:cubicBezTo>
                  <a:pt x="16212" y="0"/>
                  <a:pt x="0" y="16212"/>
                  <a:pt x="0" y="36151"/>
                </a:cubicBezTo>
                <a:lnTo>
                  <a:pt x="0" y="271134"/>
                </a:lnTo>
                <a:cubicBezTo>
                  <a:pt x="0" y="277630"/>
                  <a:pt x="3502" y="283674"/>
                  <a:pt x="9151" y="286837"/>
                </a:cubicBezTo>
                <a:cubicBezTo>
                  <a:pt x="14799" y="290001"/>
                  <a:pt x="21747" y="289944"/>
                  <a:pt x="27339" y="286611"/>
                </a:cubicBezTo>
                <a:lnTo>
                  <a:pt x="108454" y="237977"/>
                </a:lnTo>
                <a:lnTo>
                  <a:pt x="189511" y="286611"/>
                </a:lnTo>
                <a:cubicBezTo>
                  <a:pt x="195104" y="289944"/>
                  <a:pt x="202051" y="290057"/>
                  <a:pt x="207700" y="286837"/>
                </a:cubicBezTo>
                <a:cubicBezTo>
                  <a:pt x="213349" y="283618"/>
                  <a:pt x="216907" y="277630"/>
                  <a:pt x="216907" y="271134"/>
                </a:cubicBezTo>
                <a:lnTo>
                  <a:pt x="216907" y="36151"/>
                </a:lnTo>
                <a:cubicBezTo>
                  <a:pt x="216907" y="16212"/>
                  <a:pt x="200696" y="0"/>
                  <a:pt x="180756" y="0"/>
                </a:cubicBezTo>
                <a:lnTo>
                  <a:pt x="36151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10535320" y="1960204"/>
            <a:ext cx="1301444" cy="3856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5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资源推荐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535320" y="2345817"/>
            <a:ext cx="1241192" cy="241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学习平台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715893" y="2851934"/>
            <a:ext cx="5760095" cy="1879864"/>
          </a:xfrm>
          <a:custGeom>
            <a:avLst/>
            <a:gdLst/>
            <a:ahLst/>
            <a:cxnLst/>
            <a:rect l="l" t="t" r="r" b="b"/>
            <a:pathLst>
              <a:path w="5760095" h="1879864">
                <a:moveTo>
                  <a:pt x="96399" y="0"/>
                </a:moveTo>
                <a:lnTo>
                  <a:pt x="5663695" y="0"/>
                </a:lnTo>
                <a:cubicBezTo>
                  <a:pt x="5716935" y="0"/>
                  <a:pt x="5760095" y="43159"/>
                  <a:pt x="5760095" y="96399"/>
                </a:cubicBezTo>
                <a:lnTo>
                  <a:pt x="5760095" y="1783464"/>
                </a:lnTo>
                <a:cubicBezTo>
                  <a:pt x="5760095" y="1836704"/>
                  <a:pt x="5716935" y="1879864"/>
                  <a:pt x="5663695" y="1879864"/>
                </a:cubicBezTo>
                <a:lnTo>
                  <a:pt x="96399" y="1879864"/>
                </a:lnTo>
                <a:cubicBezTo>
                  <a:pt x="43159" y="1879864"/>
                  <a:pt x="0" y="1836704"/>
                  <a:pt x="0" y="1783464"/>
                </a:cubicBezTo>
                <a:lnTo>
                  <a:pt x="0" y="96399"/>
                </a:lnTo>
                <a:cubicBezTo>
                  <a:pt x="0" y="43195"/>
                  <a:pt x="43195" y="0"/>
                  <a:pt x="96399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9925269" y="3104992"/>
            <a:ext cx="244021" cy="216907"/>
          </a:xfrm>
          <a:custGeom>
            <a:avLst/>
            <a:gdLst/>
            <a:ahLst/>
            <a:cxnLst/>
            <a:rect l="l" t="t" r="r" b="b"/>
            <a:pathLst>
              <a:path w="244021" h="216907">
                <a:moveTo>
                  <a:pt x="40670" y="27113"/>
                </a:moveTo>
                <a:cubicBezTo>
                  <a:pt x="25715" y="27113"/>
                  <a:pt x="13557" y="39272"/>
                  <a:pt x="13557" y="54227"/>
                </a:cubicBezTo>
                <a:lnTo>
                  <a:pt x="13557" y="162681"/>
                </a:lnTo>
                <a:cubicBezTo>
                  <a:pt x="13557" y="177635"/>
                  <a:pt x="25715" y="189794"/>
                  <a:pt x="40670" y="189794"/>
                </a:cubicBezTo>
                <a:lnTo>
                  <a:pt x="149124" y="189794"/>
                </a:lnTo>
                <a:cubicBezTo>
                  <a:pt x="164079" y="189794"/>
                  <a:pt x="176237" y="177635"/>
                  <a:pt x="176237" y="162681"/>
                </a:cubicBezTo>
                <a:lnTo>
                  <a:pt x="176237" y="54227"/>
                </a:lnTo>
                <a:cubicBezTo>
                  <a:pt x="176237" y="39272"/>
                  <a:pt x="164079" y="27113"/>
                  <a:pt x="149124" y="27113"/>
                </a:cubicBezTo>
                <a:lnTo>
                  <a:pt x="40670" y="27113"/>
                </a:lnTo>
                <a:close/>
                <a:moveTo>
                  <a:pt x="196572" y="142345"/>
                </a:moveTo>
                <a:lnTo>
                  <a:pt x="227710" y="167256"/>
                </a:lnTo>
                <a:cubicBezTo>
                  <a:pt x="229490" y="168696"/>
                  <a:pt x="231693" y="169459"/>
                  <a:pt x="233980" y="169459"/>
                </a:cubicBezTo>
                <a:cubicBezTo>
                  <a:pt x="239530" y="169459"/>
                  <a:pt x="244021" y="164968"/>
                  <a:pt x="244021" y="159418"/>
                </a:cubicBezTo>
                <a:lnTo>
                  <a:pt x="244021" y="57489"/>
                </a:lnTo>
                <a:cubicBezTo>
                  <a:pt x="244021" y="51939"/>
                  <a:pt x="239530" y="47448"/>
                  <a:pt x="233980" y="47448"/>
                </a:cubicBezTo>
                <a:cubicBezTo>
                  <a:pt x="231693" y="47448"/>
                  <a:pt x="229490" y="48211"/>
                  <a:pt x="227710" y="49651"/>
                </a:cubicBezTo>
                <a:lnTo>
                  <a:pt x="196572" y="74562"/>
                </a:lnTo>
                <a:lnTo>
                  <a:pt x="196572" y="142345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57" name="Text 55"/>
          <p:cNvSpPr/>
          <p:nvPr/>
        </p:nvSpPr>
        <p:spPr>
          <a:xfrm>
            <a:off x="10276237" y="3044740"/>
            <a:ext cx="1409898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官方学习平台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908699" y="3478555"/>
            <a:ext cx="547088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Microsoft Learn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908699" y="3864168"/>
            <a:ext cx="547088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Office培训模板库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908699" y="4249781"/>
            <a:ext cx="547088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微软技术社区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715893" y="4917202"/>
            <a:ext cx="5760095" cy="1879864"/>
          </a:xfrm>
          <a:custGeom>
            <a:avLst/>
            <a:gdLst/>
            <a:ahLst/>
            <a:cxnLst/>
            <a:rect l="l" t="t" r="r" b="b"/>
            <a:pathLst>
              <a:path w="5760095" h="1879864">
                <a:moveTo>
                  <a:pt x="96399" y="0"/>
                </a:moveTo>
                <a:lnTo>
                  <a:pt x="5663695" y="0"/>
                </a:lnTo>
                <a:cubicBezTo>
                  <a:pt x="5716935" y="0"/>
                  <a:pt x="5760095" y="43159"/>
                  <a:pt x="5760095" y="96399"/>
                </a:cubicBezTo>
                <a:lnTo>
                  <a:pt x="5760095" y="1783464"/>
                </a:lnTo>
                <a:cubicBezTo>
                  <a:pt x="5760095" y="1836704"/>
                  <a:pt x="5716935" y="1879864"/>
                  <a:pt x="5663695" y="1879864"/>
                </a:cubicBezTo>
                <a:lnTo>
                  <a:pt x="96399" y="1879864"/>
                </a:lnTo>
                <a:cubicBezTo>
                  <a:pt x="43159" y="1879864"/>
                  <a:pt x="0" y="1836704"/>
                  <a:pt x="0" y="1783464"/>
                </a:cubicBezTo>
                <a:lnTo>
                  <a:pt x="0" y="96399"/>
                </a:lnTo>
                <a:cubicBezTo>
                  <a:pt x="0" y="43195"/>
                  <a:pt x="43195" y="0"/>
                  <a:pt x="96399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62" name="Shape 60"/>
          <p:cNvSpPr/>
          <p:nvPr/>
        </p:nvSpPr>
        <p:spPr>
          <a:xfrm>
            <a:off x="9938825" y="5170260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94897" y="0"/>
                </a:moveTo>
                <a:cubicBezTo>
                  <a:pt x="109852" y="0"/>
                  <a:pt x="122010" y="9108"/>
                  <a:pt x="122010" y="20335"/>
                </a:cubicBezTo>
                <a:cubicBezTo>
                  <a:pt x="122010" y="24741"/>
                  <a:pt x="120146" y="28808"/>
                  <a:pt x="116927" y="32155"/>
                </a:cubicBezTo>
                <a:cubicBezTo>
                  <a:pt x="114131" y="35078"/>
                  <a:pt x="111843" y="38637"/>
                  <a:pt x="111843" y="42704"/>
                </a:cubicBezTo>
                <a:cubicBezTo>
                  <a:pt x="111843" y="49058"/>
                  <a:pt x="117011" y="54227"/>
                  <a:pt x="123366" y="54227"/>
                </a:cubicBezTo>
                <a:lnTo>
                  <a:pt x="142345" y="54227"/>
                </a:lnTo>
                <a:cubicBezTo>
                  <a:pt x="153572" y="54227"/>
                  <a:pt x="162681" y="63335"/>
                  <a:pt x="162681" y="74562"/>
                </a:cubicBezTo>
                <a:lnTo>
                  <a:pt x="162681" y="93541"/>
                </a:lnTo>
                <a:cubicBezTo>
                  <a:pt x="162681" y="99896"/>
                  <a:pt x="167849" y="105064"/>
                  <a:pt x="174204" y="105064"/>
                </a:cubicBezTo>
                <a:cubicBezTo>
                  <a:pt x="178228" y="105064"/>
                  <a:pt x="181829" y="102777"/>
                  <a:pt x="184753" y="99981"/>
                </a:cubicBezTo>
                <a:cubicBezTo>
                  <a:pt x="188099" y="96803"/>
                  <a:pt x="192166" y="94897"/>
                  <a:pt x="196572" y="94897"/>
                </a:cubicBezTo>
                <a:cubicBezTo>
                  <a:pt x="207799" y="94897"/>
                  <a:pt x="216907" y="107056"/>
                  <a:pt x="216907" y="122010"/>
                </a:cubicBezTo>
                <a:cubicBezTo>
                  <a:pt x="216907" y="136965"/>
                  <a:pt x="207799" y="149124"/>
                  <a:pt x="196572" y="149124"/>
                </a:cubicBezTo>
                <a:cubicBezTo>
                  <a:pt x="192166" y="149124"/>
                  <a:pt x="188057" y="147260"/>
                  <a:pt x="184753" y="144040"/>
                </a:cubicBezTo>
                <a:cubicBezTo>
                  <a:pt x="181829" y="141244"/>
                  <a:pt x="178271" y="138956"/>
                  <a:pt x="174204" y="138956"/>
                </a:cubicBezTo>
                <a:cubicBezTo>
                  <a:pt x="167849" y="138956"/>
                  <a:pt x="162681" y="144125"/>
                  <a:pt x="162681" y="150479"/>
                </a:cubicBezTo>
                <a:lnTo>
                  <a:pt x="162681" y="196572"/>
                </a:lnTo>
                <a:cubicBezTo>
                  <a:pt x="162681" y="207799"/>
                  <a:pt x="153572" y="216907"/>
                  <a:pt x="142345" y="216907"/>
                </a:cubicBezTo>
                <a:lnTo>
                  <a:pt x="118282" y="216907"/>
                </a:lnTo>
                <a:cubicBezTo>
                  <a:pt x="112860" y="216907"/>
                  <a:pt x="108454" y="212501"/>
                  <a:pt x="108454" y="207079"/>
                </a:cubicBezTo>
                <a:cubicBezTo>
                  <a:pt x="108454" y="203181"/>
                  <a:pt x="110911" y="199750"/>
                  <a:pt x="114046" y="197420"/>
                </a:cubicBezTo>
                <a:cubicBezTo>
                  <a:pt x="118960" y="193734"/>
                  <a:pt x="122010" y="188650"/>
                  <a:pt x="122010" y="183016"/>
                </a:cubicBezTo>
                <a:cubicBezTo>
                  <a:pt x="122010" y="171789"/>
                  <a:pt x="109852" y="162681"/>
                  <a:pt x="94897" y="162681"/>
                </a:cubicBezTo>
                <a:cubicBezTo>
                  <a:pt x="79942" y="162681"/>
                  <a:pt x="67784" y="171789"/>
                  <a:pt x="67784" y="183016"/>
                </a:cubicBezTo>
                <a:cubicBezTo>
                  <a:pt x="67784" y="188650"/>
                  <a:pt x="70834" y="193734"/>
                  <a:pt x="75748" y="197420"/>
                </a:cubicBezTo>
                <a:cubicBezTo>
                  <a:pt x="78883" y="199750"/>
                  <a:pt x="81340" y="203139"/>
                  <a:pt x="81340" y="207079"/>
                </a:cubicBezTo>
                <a:cubicBezTo>
                  <a:pt x="81340" y="212501"/>
                  <a:pt x="76934" y="216907"/>
                  <a:pt x="71512" y="216907"/>
                </a:cubicBezTo>
                <a:lnTo>
                  <a:pt x="20335" y="216907"/>
                </a:lnTo>
                <a:cubicBezTo>
                  <a:pt x="9108" y="216907"/>
                  <a:pt x="0" y="207799"/>
                  <a:pt x="0" y="196572"/>
                </a:cubicBezTo>
                <a:lnTo>
                  <a:pt x="0" y="145396"/>
                </a:lnTo>
                <a:cubicBezTo>
                  <a:pt x="0" y="139973"/>
                  <a:pt x="4406" y="135567"/>
                  <a:pt x="9829" y="135567"/>
                </a:cubicBezTo>
                <a:cubicBezTo>
                  <a:pt x="13726" y="135567"/>
                  <a:pt x="17158" y="138024"/>
                  <a:pt x="19488" y="141159"/>
                </a:cubicBezTo>
                <a:cubicBezTo>
                  <a:pt x="23173" y="146074"/>
                  <a:pt x="28257" y="149124"/>
                  <a:pt x="33892" y="149124"/>
                </a:cubicBezTo>
                <a:cubicBezTo>
                  <a:pt x="45118" y="149124"/>
                  <a:pt x="54227" y="136965"/>
                  <a:pt x="54227" y="122010"/>
                </a:cubicBezTo>
                <a:cubicBezTo>
                  <a:pt x="54227" y="107056"/>
                  <a:pt x="45118" y="94897"/>
                  <a:pt x="33892" y="94897"/>
                </a:cubicBezTo>
                <a:cubicBezTo>
                  <a:pt x="28257" y="94897"/>
                  <a:pt x="23173" y="97947"/>
                  <a:pt x="19488" y="102862"/>
                </a:cubicBezTo>
                <a:cubicBezTo>
                  <a:pt x="17158" y="105997"/>
                  <a:pt x="13769" y="108454"/>
                  <a:pt x="9829" y="108454"/>
                </a:cubicBezTo>
                <a:cubicBezTo>
                  <a:pt x="4406" y="108454"/>
                  <a:pt x="0" y="104048"/>
                  <a:pt x="0" y="98625"/>
                </a:cubicBezTo>
                <a:lnTo>
                  <a:pt x="0" y="74562"/>
                </a:lnTo>
                <a:cubicBezTo>
                  <a:pt x="0" y="63335"/>
                  <a:pt x="9108" y="54227"/>
                  <a:pt x="20335" y="54227"/>
                </a:cubicBezTo>
                <a:lnTo>
                  <a:pt x="66428" y="54227"/>
                </a:lnTo>
                <a:cubicBezTo>
                  <a:pt x="72783" y="54227"/>
                  <a:pt x="77951" y="49058"/>
                  <a:pt x="77951" y="42704"/>
                </a:cubicBezTo>
                <a:cubicBezTo>
                  <a:pt x="77951" y="38679"/>
                  <a:pt x="75663" y="35078"/>
                  <a:pt x="72867" y="32155"/>
                </a:cubicBezTo>
                <a:cubicBezTo>
                  <a:pt x="69690" y="28808"/>
                  <a:pt x="67784" y="24741"/>
                  <a:pt x="67784" y="20335"/>
                </a:cubicBezTo>
                <a:cubicBezTo>
                  <a:pt x="67784" y="9108"/>
                  <a:pt x="79942" y="0"/>
                  <a:pt x="94897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63" name="Text 61"/>
          <p:cNvSpPr/>
          <p:nvPr/>
        </p:nvSpPr>
        <p:spPr>
          <a:xfrm>
            <a:off x="10276237" y="5110008"/>
            <a:ext cx="1409898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实用插件工具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908699" y="5543823"/>
            <a:ext cx="547088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Kutools for Excel/Word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908699" y="5929436"/>
            <a:ext cx="547088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iSlide PPT插件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908699" y="6315049"/>
            <a:ext cx="547088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Power Query 数据处理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715893" y="6982458"/>
            <a:ext cx="5760095" cy="1879864"/>
          </a:xfrm>
          <a:custGeom>
            <a:avLst/>
            <a:gdLst/>
            <a:ahLst/>
            <a:cxnLst/>
            <a:rect l="l" t="t" r="r" b="b"/>
            <a:pathLst>
              <a:path w="5760095" h="1879864">
                <a:moveTo>
                  <a:pt x="96399" y="0"/>
                </a:moveTo>
                <a:lnTo>
                  <a:pt x="5663695" y="0"/>
                </a:lnTo>
                <a:cubicBezTo>
                  <a:pt x="5716935" y="0"/>
                  <a:pt x="5760095" y="43159"/>
                  <a:pt x="5760095" y="96399"/>
                </a:cubicBezTo>
                <a:lnTo>
                  <a:pt x="5760095" y="1783464"/>
                </a:lnTo>
                <a:cubicBezTo>
                  <a:pt x="5760095" y="1836704"/>
                  <a:pt x="5716935" y="1879864"/>
                  <a:pt x="5663695" y="1879864"/>
                </a:cubicBezTo>
                <a:lnTo>
                  <a:pt x="96399" y="1879864"/>
                </a:lnTo>
                <a:cubicBezTo>
                  <a:pt x="43159" y="1879864"/>
                  <a:pt x="0" y="1836704"/>
                  <a:pt x="0" y="1783464"/>
                </a:cubicBezTo>
                <a:lnTo>
                  <a:pt x="0" y="96399"/>
                </a:lnTo>
                <a:cubicBezTo>
                  <a:pt x="0" y="43195"/>
                  <a:pt x="43195" y="0"/>
                  <a:pt x="96399" y="0"/>
                </a:cubicBezTo>
                <a:close/>
              </a:path>
            </a:pathLst>
          </a:custGeom>
          <a:solidFill>
            <a:srgbClr val="1E2024">
              <a:alpha val="60000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9911712" y="7235517"/>
            <a:ext cx="271134" cy="216907"/>
          </a:xfrm>
          <a:custGeom>
            <a:avLst/>
            <a:gdLst/>
            <a:ahLst/>
            <a:cxnLst/>
            <a:rect l="l" t="t" r="r" b="b"/>
            <a:pathLst>
              <a:path w="271134" h="216907">
                <a:moveTo>
                  <a:pt x="135567" y="6778"/>
                </a:moveTo>
                <a:cubicBezTo>
                  <a:pt x="159884" y="6778"/>
                  <a:pt x="179626" y="26521"/>
                  <a:pt x="179626" y="50838"/>
                </a:cubicBezTo>
                <a:cubicBezTo>
                  <a:pt x="179626" y="75155"/>
                  <a:pt x="159884" y="94897"/>
                  <a:pt x="135567" y="94897"/>
                </a:cubicBezTo>
                <a:cubicBezTo>
                  <a:pt x="111250" y="94897"/>
                  <a:pt x="91508" y="75155"/>
                  <a:pt x="91508" y="50838"/>
                </a:cubicBezTo>
                <a:cubicBezTo>
                  <a:pt x="91508" y="26521"/>
                  <a:pt x="111250" y="6778"/>
                  <a:pt x="135567" y="6778"/>
                </a:cubicBezTo>
                <a:close/>
                <a:moveTo>
                  <a:pt x="40670" y="37281"/>
                </a:moveTo>
                <a:cubicBezTo>
                  <a:pt x="57505" y="37281"/>
                  <a:pt x="71173" y="50949"/>
                  <a:pt x="71173" y="67784"/>
                </a:cubicBezTo>
                <a:cubicBezTo>
                  <a:pt x="71173" y="84618"/>
                  <a:pt x="57505" y="98286"/>
                  <a:pt x="40670" y="98286"/>
                </a:cubicBezTo>
                <a:cubicBezTo>
                  <a:pt x="23835" y="98286"/>
                  <a:pt x="10168" y="84618"/>
                  <a:pt x="10168" y="67784"/>
                </a:cubicBezTo>
                <a:cubicBezTo>
                  <a:pt x="10168" y="50949"/>
                  <a:pt x="23835" y="37281"/>
                  <a:pt x="40670" y="37281"/>
                </a:cubicBezTo>
                <a:close/>
                <a:moveTo>
                  <a:pt x="0" y="176237"/>
                </a:moveTo>
                <a:cubicBezTo>
                  <a:pt x="0" y="146285"/>
                  <a:pt x="24275" y="122010"/>
                  <a:pt x="54227" y="122010"/>
                </a:cubicBezTo>
                <a:cubicBezTo>
                  <a:pt x="59650" y="122010"/>
                  <a:pt x="64903" y="122815"/>
                  <a:pt x="69859" y="124298"/>
                </a:cubicBezTo>
                <a:cubicBezTo>
                  <a:pt x="55921" y="139888"/>
                  <a:pt x="47448" y="160478"/>
                  <a:pt x="47448" y="183016"/>
                </a:cubicBezTo>
                <a:lnTo>
                  <a:pt x="47448" y="189794"/>
                </a:lnTo>
                <a:cubicBezTo>
                  <a:pt x="47448" y="194623"/>
                  <a:pt x="48465" y="199199"/>
                  <a:pt x="50287" y="203351"/>
                </a:cubicBezTo>
                <a:lnTo>
                  <a:pt x="13557" y="203351"/>
                </a:lnTo>
                <a:cubicBezTo>
                  <a:pt x="6058" y="203351"/>
                  <a:pt x="0" y="197292"/>
                  <a:pt x="0" y="189794"/>
                </a:cubicBezTo>
                <a:lnTo>
                  <a:pt x="0" y="176237"/>
                </a:lnTo>
                <a:close/>
                <a:moveTo>
                  <a:pt x="220847" y="203351"/>
                </a:moveTo>
                <a:cubicBezTo>
                  <a:pt x="222669" y="199199"/>
                  <a:pt x="223686" y="194623"/>
                  <a:pt x="223686" y="189794"/>
                </a:cubicBezTo>
                <a:lnTo>
                  <a:pt x="223686" y="183016"/>
                </a:lnTo>
                <a:cubicBezTo>
                  <a:pt x="223686" y="160478"/>
                  <a:pt x="215213" y="139888"/>
                  <a:pt x="201275" y="124298"/>
                </a:cubicBezTo>
                <a:cubicBezTo>
                  <a:pt x="206231" y="122815"/>
                  <a:pt x="211485" y="122010"/>
                  <a:pt x="216907" y="122010"/>
                </a:cubicBezTo>
                <a:cubicBezTo>
                  <a:pt x="246859" y="122010"/>
                  <a:pt x="271134" y="146285"/>
                  <a:pt x="271134" y="176237"/>
                </a:cubicBezTo>
                <a:lnTo>
                  <a:pt x="271134" y="189794"/>
                </a:lnTo>
                <a:cubicBezTo>
                  <a:pt x="271134" y="197292"/>
                  <a:pt x="265076" y="203351"/>
                  <a:pt x="257577" y="203351"/>
                </a:cubicBezTo>
                <a:lnTo>
                  <a:pt x="220847" y="203351"/>
                </a:lnTo>
                <a:close/>
                <a:moveTo>
                  <a:pt x="199961" y="67784"/>
                </a:moveTo>
                <a:cubicBezTo>
                  <a:pt x="199961" y="50949"/>
                  <a:pt x="213629" y="37281"/>
                  <a:pt x="230464" y="37281"/>
                </a:cubicBezTo>
                <a:cubicBezTo>
                  <a:pt x="247299" y="37281"/>
                  <a:pt x="260967" y="50949"/>
                  <a:pt x="260967" y="67784"/>
                </a:cubicBezTo>
                <a:cubicBezTo>
                  <a:pt x="260967" y="84618"/>
                  <a:pt x="247299" y="98286"/>
                  <a:pt x="230464" y="98286"/>
                </a:cubicBezTo>
                <a:cubicBezTo>
                  <a:pt x="213629" y="98286"/>
                  <a:pt x="199961" y="84618"/>
                  <a:pt x="199961" y="67784"/>
                </a:cubicBezTo>
                <a:close/>
                <a:moveTo>
                  <a:pt x="67784" y="183016"/>
                </a:moveTo>
                <a:cubicBezTo>
                  <a:pt x="67784" y="145565"/>
                  <a:pt x="98117" y="115232"/>
                  <a:pt x="135567" y="115232"/>
                </a:cubicBezTo>
                <a:cubicBezTo>
                  <a:pt x="173017" y="115232"/>
                  <a:pt x="203351" y="145565"/>
                  <a:pt x="203351" y="183016"/>
                </a:cubicBezTo>
                <a:lnTo>
                  <a:pt x="203351" y="189794"/>
                </a:lnTo>
                <a:cubicBezTo>
                  <a:pt x="203351" y="197292"/>
                  <a:pt x="197292" y="203351"/>
                  <a:pt x="189794" y="203351"/>
                </a:cubicBezTo>
                <a:lnTo>
                  <a:pt x="81340" y="203351"/>
                </a:lnTo>
                <a:cubicBezTo>
                  <a:pt x="73842" y="203351"/>
                  <a:pt x="67784" y="197292"/>
                  <a:pt x="67784" y="189794"/>
                </a:cubicBezTo>
                <a:lnTo>
                  <a:pt x="67784" y="183016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69" name="Text 67"/>
          <p:cNvSpPr/>
          <p:nvPr/>
        </p:nvSpPr>
        <p:spPr>
          <a:xfrm>
            <a:off x="10276237" y="7175265"/>
            <a:ext cx="976083" cy="3374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0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学习社区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908699" y="7609079"/>
            <a:ext cx="547088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B站教程资源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908699" y="7994692"/>
            <a:ext cx="547088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知乎专栏文章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908699" y="8380305"/>
            <a:ext cx="5470885" cy="289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知识分享平台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d-hbimg.huaban.com/7f8b943024ffc3d3350381e874918e474295e187"/>
          <p:cNvPicPr>
            <a:picLocks noChangeAspect="1"/>
          </p:cNvPicPr>
          <p:nvPr/>
        </p:nvPicPr>
        <p:blipFill>
          <a:blip r:embed="rId1">
            <a:alphaModFix amt="30000"/>
          </a:blip>
          <a:srcRect t="40831382813" b="-50608517515"/>
          <a:stretch>
            <a:fillRect/>
          </a:stretch>
        </p:blipFill>
        <p:spPr>
          <a:xfrm>
            <a:off x="0" y="0"/>
            <a:ext cx="16256000" cy="996553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965537"/>
          </a:xfrm>
          <a:custGeom>
            <a:avLst/>
            <a:gdLst/>
            <a:ahLst/>
            <a:cxnLst/>
            <a:rect l="l" t="t" r="r" b="b"/>
            <a:pathLst>
              <a:path w="16256000" h="9965537">
                <a:moveTo>
                  <a:pt x="0" y="0"/>
                </a:moveTo>
                <a:lnTo>
                  <a:pt x="16256000" y="0"/>
                </a:lnTo>
                <a:lnTo>
                  <a:pt x="16256000" y="9965537"/>
                </a:lnTo>
                <a:lnTo>
                  <a:pt x="0" y="996553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2024">
                  <a:alpha val="95000"/>
                </a:srgbClr>
              </a:gs>
              <a:gs pos="50000">
                <a:srgbClr val="1E2024">
                  <a:alpha val="90000"/>
                </a:srgbClr>
              </a:gs>
              <a:gs pos="100000">
                <a:srgbClr val="E8A857">
                  <a:alpha val="5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473476" y="786539"/>
            <a:ext cx="3100139" cy="586208"/>
          </a:xfrm>
          <a:custGeom>
            <a:avLst/>
            <a:gdLst/>
            <a:ahLst/>
            <a:cxnLst/>
            <a:rect l="l" t="t" r="r" b="b"/>
            <a:pathLst>
              <a:path w="3100139" h="586208">
                <a:moveTo>
                  <a:pt x="0" y="0"/>
                </a:moveTo>
                <a:lnTo>
                  <a:pt x="3009951" y="0"/>
                </a:lnTo>
                <a:cubicBezTo>
                  <a:pt x="3059760" y="0"/>
                  <a:pt x="3100139" y="40379"/>
                  <a:pt x="3100139" y="90188"/>
                </a:cubicBezTo>
                <a:lnTo>
                  <a:pt x="3100139" y="496020"/>
                </a:lnTo>
                <a:cubicBezTo>
                  <a:pt x="3100139" y="545829"/>
                  <a:pt x="3059760" y="586208"/>
                  <a:pt x="3009951" y="586208"/>
                </a:cubicBezTo>
                <a:lnTo>
                  <a:pt x="0" y="586208"/>
                </a:lnTo>
                <a:lnTo>
                  <a:pt x="0" y="0"/>
                </a:lnTo>
                <a:close/>
              </a:path>
            </a:pathLst>
          </a:custGeom>
          <a:solidFill>
            <a:srgbClr val="E8A857">
              <a:alpha val="14902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473476" y="786539"/>
            <a:ext cx="45093" cy="586208"/>
          </a:xfrm>
          <a:custGeom>
            <a:avLst/>
            <a:gdLst/>
            <a:ahLst/>
            <a:cxnLst/>
            <a:rect l="l" t="t" r="r" b="b"/>
            <a:pathLst>
              <a:path w="45093" h="586208">
                <a:moveTo>
                  <a:pt x="0" y="0"/>
                </a:moveTo>
                <a:lnTo>
                  <a:pt x="45093" y="0"/>
                </a:lnTo>
                <a:lnTo>
                  <a:pt x="45093" y="586208"/>
                </a:lnTo>
                <a:lnTo>
                  <a:pt x="0" y="586208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6" name="Shape 3"/>
          <p:cNvSpPr/>
          <p:nvPr/>
        </p:nvSpPr>
        <p:spPr>
          <a:xfrm>
            <a:off x="772216" y="944364"/>
            <a:ext cx="236738" cy="270558"/>
          </a:xfrm>
          <a:custGeom>
            <a:avLst/>
            <a:gdLst/>
            <a:ahLst/>
            <a:cxnLst/>
            <a:rect l="l" t="t" r="r" b="b"/>
            <a:pathLst>
              <a:path w="236738" h="270558">
                <a:moveTo>
                  <a:pt x="16910" y="0"/>
                </a:moveTo>
                <a:cubicBezTo>
                  <a:pt x="26263" y="0"/>
                  <a:pt x="33820" y="7557"/>
                  <a:pt x="33820" y="16910"/>
                </a:cubicBezTo>
                <a:lnTo>
                  <a:pt x="33820" y="25365"/>
                </a:lnTo>
                <a:lnTo>
                  <a:pt x="70282" y="16276"/>
                </a:lnTo>
                <a:cubicBezTo>
                  <a:pt x="90415" y="11256"/>
                  <a:pt x="111658" y="13581"/>
                  <a:pt x="130259" y="22881"/>
                </a:cubicBezTo>
                <a:cubicBezTo>
                  <a:pt x="154725" y="35141"/>
                  <a:pt x="183525" y="35141"/>
                  <a:pt x="207991" y="22881"/>
                </a:cubicBezTo>
                <a:lnTo>
                  <a:pt x="213064" y="20345"/>
                </a:lnTo>
                <a:cubicBezTo>
                  <a:pt x="223950" y="14849"/>
                  <a:pt x="236738" y="22775"/>
                  <a:pt x="236738" y="34929"/>
                </a:cubicBezTo>
                <a:lnTo>
                  <a:pt x="236738" y="182732"/>
                </a:lnTo>
                <a:cubicBezTo>
                  <a:pt x="236738" y="189760"/>
                  <a:pt x="232352" y="196101"/>
                  <a:pt x="225746" y="198585"/>
                </a:cubicBezTo>
                <a:lnTo>
                  <a:pt x="207410" y="205455"/>
                </a:lnTo>
                <a:cubicBezTo>
                  <a:pt x="182996" y="214597"/>
                  <a:pt x="155835" y="213170"/>
                  <a:pt x="132531" y="201544"/>
                </a:cubicBezTo>
                <a:cubicBezTo>
                  <a:pt x="112503" y="191504"/>
                  <a:pt x="89517" y="189020"/>
                  <a:pt x="67798" y="194463"/>
                </a:cubicBezTo>
                <a:lnTo>
                  <a:pt x="33820" y="202918"/>
                </a:lnTo>
                <a:lnTo>
                  <a:pt x="33820" y="253648"/>
                </a:lnTo>
                <a:cubicBezTo>
                  <a:pt x="33820" y="263001"/>
                  <a:pt x="26263" y="270558"/>
                  <a:pt x="16910" y="270558"/>
                </a:cubicBezTo>
                <a:cubicBezTo>
                  <a:pt x="7557" y="270558"/>
                  <a:pt x="0" y="263001"/>
                  <a:pt x="0" y="253648"/>
                </a:cubicBezTo>
                <a:lnTo>
                  <a:pt x="0" y="16910"/>
                </a:lnTo>
                <a:cubicBezTo>
                  <a:pt x="0" y="7557"/>
                  <a:pt x="7557" y="0"/>
                  <a:pt x="16910" y="0"/>
                </a:cubicBezTo>
                <a:close/>
                <a:moveTo>
                  <a:pt x="33820" y="98870"/>
                </a:moveTo>
                <a:lnTo>
                  <a:pt x="67639" y="91525"/>
                </a:lnTo>
                <a:lnTo>
                  <a:pt x="67639" y="126137"/>
                </a:lnTo>
                <a:lnTo>
                  <a:pt x="33820" y="133482"/>
                </a:lnTo>
                <a:lnTo>
                  <a:pt x="33820" y="168094"/>
                </a:lnTo>
                <a:lnTo>
                  <a:pt x="59607" y="161648"/>
                </a:lnTo>
                <a:cubicBezTo>
                  <a:pt x="62302" y="160961"/>
                  <a:pt x="64944" y="160379"/>
                  <a:pt x="67639" y="159904"/>
                </a:cubicBezTo>
                <a:lnTo>
                  <a:pt x="67639" y="126137"/>
                </a:lnTo>
                <a:lnTo>
                  <a:pt x="88195" y="121698"/>
                </a:lnTo>
                <a:cubicBezTo>
                  <a:pt x="92581" y="120747"/>
                  <a:pt x="97020" y="120377"/>
                  <a:pt x="101459" y="120588"/>
                </a:cubicBezTo>
                <a:lnTo>
                  <a:pt x="101459" y="86769"/>
                </a:lnTo>
                <a:cubicBezTo>
                  <a:pt x="108646" y="86980"/>
                  <a:pt x="115832" y="88143"/>
                  <a:pt x="122808" y="90151"/>
                </a:cubicBezTo>
                <a:lnTo>
                  <a:pt x="135279" y="93797"/>
                </a:lnTo>
                <a:lnTo>
                  <a:pt x="135279" y="129043"/>
                </a:lnTo>
                <a:lnTo>
                  <a:pt x="113243" y="122544"/>
                </a:lnTo>
                <a:cubicBezTo>
                  <a:pt x="109386" y="121434"/>
                  <a:pt x="105422" y="120747"/>
                  <a:pt x="101459" y="120536"/>
                </a:cubicBezTo>
                <a:lnTo>
                  <a:pt x="101459" y="158266"/>
                </a:lnTo>
                <a:cubicBezTo>
                  <a:pt x="112979" y="159270"/>
                  <a:pt x="124340" y="161806"/>
                  <a:pt x="135279" y="165875"/>
                </a:cubicBezTo>
                <a:lnTo>
                  <a:pt x="135279" y="128990"/>
                </a:lnTo>
                <a:lnTo>
                  <a:pt x="147274" y="132531"/>
                </a:lnTo>
                <a:cubicBezTo>
                  <a:pt x="154408" y="134645"/>
                  <a:pt x="161700" y="135913"/>
                  <a:pt x="169098" y="136441"/>
                </a:cubicBezTo>
                <a:lnTo>
                  <a:pt x="169098" y="102516"/>
                </a:lnTo>
                <a:cubicBezTo>
                  <a:pt x="164977" y="102093"/>
                  <a:pt x="160855" y="101301"/>
                  <a:pt x="156839" y="100138"/>
                </a:cubicBezTo>
                <a:lnTo>
                  <a:pt x="135279" y="93797"/>
                </a:lnTo>
                <a:lnTo>
                  <a:pt x="135279" y="61034"/>
                </a:lnTo>
                <a:cubicBezTo>
                  <a:pt x="128409" y="59026"/>
                  <a:pt x="121645" y="56384"/>
                  <a:pt x="115093" y="53107"/>
                </a:cubicBezTo>
                <a:cubicBezTo>
                  <a:pt x="110760" y="50941"/>
                  <a:pt x="106162" y="49408"/>
                  <a:pt x="101459" y="48457"/>
                </a:cubicBezTo>
                <a:lnTo>
                  <a:pt x="101459" y="86716"/>
                </a:lnTo>
                <a:cubicBezTo>
                  <a:pt x="94589" y="86504"/>
                  <a:pt x="87720" y="87139"/>
                  <a:pt x="81009" y="88618"/>
                </a:cubicBezTo>
                <a:lnTo>
                  <a:pt x="67639" y="91525"/>
                </a:lnTo>
                <a:lnTo>
                  <a:pt x="67639" y="51786"/>
                </a:lnTo>
                <a:lnTo>
                  <a:pt x="33820" y="60241"/>
                </a:lnTo>
                <a:lnTo>
                  <a:pt x="33820" y="98870"/>
                </a:lnTo>
                <a:close/>
                <a:moveTo>
                  <a:pt x="169098" y="177395"/>
                </a:moveTo>
                <a:cubicBezTo>
                  <a:pt x="177976" y="178188"/>
                  <a:pt x="187012" y="177025"/>
                  <a:pt x="195520" y="173802"/>
                </a:cubicBezTo>
                <a:lnTo>
                  <a:pt x="202918" y="171054"/>
                </a:lnTo>
                <a:lnTo>
                  <a:pt x="202918" y="133165"/>
                </a:lnTo>
                <a:lnTo>
                  <a:pt x="198744" y="134116"/>
                </a:lnTo>
                <a:cubicBezTo>
                  <a:pt x="189020" y="136388"/>
                  <a:pt x="179033" y="137128"/>
                  <a:pt x="169098" y="136494"/>
                </a:cubicBezTo>
                <a:lnTo>
                  <a:pt x="169098" y="177395"/>
                </a:lnTo>
                <a:close/>
                <a:moveTo>
                  <a:pt x="202918" y="98447"/>
                </a:moveTo>
                <a:lnTo>
                  <a:pt x="202918" y="61034"/>
                </a:lnTo>
                <a:cubicBezTo>
                  <a:pt x="191874" y="64257"/>
                  <a:pt x="180513" y="65843"/>
                  <a:pt x="169098" y="65843"/>
                </a:cubicBezTo>
                <a:lnTo>
                  <a:pt x="169098" y="102516"/>
                </a:lnTo>
                <a:cubicBezTo>
                  <a:pt x="176444" y="103256"/>
                  <a:pt x="183895" y="102780"/>
                  <a:pt x="191134" y="101142"/>
                </a:cubicBezTo>
                <a:lnTo>
                  <a:pt x="202918" y="98394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7" name="Text 4"/>
          <p:cNvSpPr/>
          <p:nvPr/>
        </p:nvSpPr>
        <p:spPr>
          <a:xfrm>
            <a:off x="1194963" y="921818"/>
            <a:ext cx="2265920" cy="31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kern="0" spc="89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TAKEAWAYS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0929" y="1733491"/>
            <a:ext cx="7474153" cy="1690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325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核心收获与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325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行动号召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3476" y="3875405"/>
            <a:ext cx="7113409" cy="1240055"/>
          </a:xfrm>
          <a:custGeom>
            <a:avLst/>
            <a:gdLst/>
            <a:ahLst/>
            <a:cxnLst/>
            <a:rect l="l" t="t" r="r" b="b"/>
            <a:pathLst>
              <a:path w="7113409" h="1240055">
                <a:moveTo>
                  <a:pt x="0" y="0"/>
                </a:moveTo>
                <a:lnTo>
                  <a:pt x="6978132" y="0"/>
                </a:lnTo>
                <a:cubicBezTo>
                  <a:pt x="7052843" y="0"/>
                  <a:pt x="7113409" y="60566"/>
                  <a:pt x="7113409" y="135278"/>
                </a:cubicBezTo>
                <a:lnTo>
                  <a:pt x="7113409" y="1104778"/>
                </a:lnTo>
                <a:cubicBezTo>
                  <a:pt x="7113409" y="1179490"/>
                  <a:pt x="7052843" y="1240055"/>
                  <a:pt x="6978132" y="1240055"/>
                </a:cubicBezTo>
                <a:lnTo>
                  <a:pt x="0" y="1240055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73476" y="3875405"/>
            <a:ext cx="45093" cy="1240055"/>
          </a:xfrm>
          <a:custGeom>
            <a:avLst/>
            <a:gdLst/>
            <a:ahLst/>
            <a:cxnLst/>
            <a:rect l="l" t="t" r="r" b="b"/>
            <a:pathLst>
              <a:path w="45093" h="1240055">
                <a:moveTo>
                  <a:pt x="0" y="0"/>
                </a:moveTo>
                <a:lnTo>
                  <a:pt x="45093" y="0"/>
                </a:lnTo>
                <a:lnTo>
                  <a:pt x="45093" y="1240055"/>
                </a:lnTo>
                <a:lnTo>
                  <a:pt x="0" y="1240055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</p:spPr>
      </p:sp>
      <p:sp>
        <p:nvSpPr>
          <p:cNvPr id="11" name="Shape 8"/>
          <p:cNvSpPr/>
          <p:nvPr/>
        </p:nvSpPr>
        <p:spPr>
          <a:xfrm>
            <a:off x="766580" y="4145962"/>
            <a:ext cx="541115" cy="541115"/>
          </a:xfrm>
          <a:custGeom>
            <a:avLst/>
            <a:gdLst/>
            <a:ahLst/>
            <a:cxnLst/>
            <a:rect l="l" t="t" r="r" b="b"/>
            <a:pathLst>
              <a:path w="541115" h="541115">
                <a:moveTo>
                  <a:pt x="90188" y="0"/>
                </a:moveTo>
                <a:lnTo>
                  <a:pt x="450927" y="0"/>
                </a:lnTo>
                <a:cubicBezTo>
                  <a:pt x="500737" y="0"/>
                  <a:pt x="541115" y="40378"/>
                  <a:pt x="541115" y="90188"/>
                </a:cubicBezTo>
                <a:lnTo>
                  <a:pt x="541115" y="450927"/>
                </a:lnTo>
                <a:cubicBezTo>
                  <a:pt x="541115" y="500737"/>
                  <a:pt x="500737" y="541115"/>
                  <a:pt x="450927" y="541115"/>
                </a:cubicBezTo>
                <a:lnTo>
                  <a:pt x="90188" y="541115"/>
                </a:lnTo>
                <a:cubicBezTo>
                  <a:pt x="40378" y="541115"/>
                  <a:pt x="0" y="500737"/>
                  <a:pt x="0" y="450927"/>
                </a:cubicBezTo>
                <a:lnTo>
                  <a:pt x="0" y="90188"/>
                </a:lnTo>
                <a:cubicBezTo>
                  <a:pt x="0" y="40412"/>
                  <a:pt x="40412" y="0"/>
                  <a:pt x="90188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12" name="Shape 9"/>
          <p:cNvSpPr/>
          <p:nvPr/>
        </p:nvSpPr>
        <p:spPr>
          <a:xfrm>
            <a:off x="924405" y="4303787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84549" y="28183"/>
                </a:moveTo>
                <a:cubicBezTo>
                  <a:pt x="84549" y="20389"/>
                  <a:pt x="90846" y="14092"/>
                  <a:pt x="98641" y="14092"/>
                </a:cubicBezTo>
                <a:lnTo>
                  <a:pt x="126824" y="14092"/>
                </a:lnTo>
                <a:cubicBezTo>
                  <a:pt x="134618" y="14092"/>
                  <a:pt x="140915" y="20389"/>
                  <a:pt x="140915" y="28183"/>
                </a:cubicBezTo>
                <a:lnTo>
                  <a:pt x="140915" y="56366"/>
                </a:lnTo>
                <a:cubicBezTo>
                  <a:pt x="140915" y="64161"/>
                  <a:pt x="134618" y="70458"/>
                  <a:pt x="126824" y="70458"/>
                </a:cubicBezTo>
                <a:lnTo>
                  <a:pt x="123301" y="70458"/>
                </a:lnTo>
                <a:lnTo>
                  <a:pt x="123301" y="98641"/>
                </a:lnTo>
                <a:lnTo>
                  <a:pt x="176144" y="98641"/>
                </a:lnTo>
                <a:cubicBezTo>
                  <a:pt x="193671" y="98641"/>
                  <a:pt x="207850" y="112820"/>
                  <a:pt x="207850" y="130347"/>
                </a:cubicBezTo>
                <a:lnTo>
                  <a:pt x="207850" y="155007"/>
                </a:lnTo>
                <a:lnTo>
                  <a:pt x="211373" y="155007"/>
                </a:lnTo>
                <a:cubicBezTo>
                  <a:pt x="219167" y="155007"/>
                  <a:pt x="225465" y="161304"/>
                  <a:pt x="225465" y="169098"/>
                </a:cubicBezTo>
                <a:lnTo>
                  <a:pt x="225465" y="197282"/>
                </a:lnTo>
                <a:cubicBezTo>
                  <a:pt x="225465" y="205076"/>
                  <a:pt x="219167" y="211373"/>
                  <a:pt x="211373" y="211373"/>
                </a:cubicBezTo>
                <a:lnTo>
                  <a:pt x="183190" y="211373"/>
                </a:lnTo>
                <a:cubicBezTo>
                  <a:pt x="175396" y="211373"/>
                  <a:pt x="169098" y="205076"/>
                  <a:pt x="169098" y="197282"/>
                </a:cubicBezTo>
                <a:lnTo>
                  <a:pt x="169098" y="169098"/>
                </a:lnTo>
                <a:cubicBezTo>
                  <a:pt x="169098" y="161304"/>
                  <a:pt x="175396" y="155007"/>
                  <a:pt x="183190" y="155007"/>
                </a:cubicBezTo>
                <a:lnTo>
                  <a:pt x="186713" y="155007"/>
                </a:lnTo>
                <a:lnTo>
                  <a:pt x="186713" y="130347"/>
                </a:lnTo>
                <a:cubicBezTo>
                  <a:pt x="186713" y="124490"/>
                  <a:pt x="182001" y="119778"/>
                  <a:pt x="176144" y="119778"/>
                </a:cubicBezTo>
                <a:lnTo>
                  <a:pt x="123301" y="119778"/>
                </a:lnTo>
                <a:lnTo>
                  <a:pt x="123301" y="155007"/>
                </a:lnTo>
                <a:lnTo>
                  <a:pt x="126824" y="155007"/>
                </a:lnTo>
                <a:cubicBezTo>
                  <a:pt x="134618" y="155007"/>
                  <a:pt x="140915" y="161304"/>
                  <a:pt x="140915" y="169098"/>
                </a:cubicBezTo>
                <a:lnTo>
                  <a:pt x="140915" y="197282"/>
                </a:lnTo>
                <a:cubicBezTo>
                  <a:pt x="140915" y="205076"/>
                  <a:pt x="134618" y="211373"/>
                  <a:pt x="126824" y="211373"/>
                </a:cubicBezTo>
                <a:lnTo>
                  <a:pt x="98641" y="211373"/>
                </a:lnTo>
                <a:cubicBezTo>
                  <a:pt x="90846" y="211373"/>
                  <a:pt x="84549" y="205076"/>
                  <a:pt x="84549" y="197282"/>
                </a:cubicBezTo>
                <a:lnTo>
                  <a:pt x="84549" y="169098"/>
                </a:lnTo>
                <a:cubicBezTo>
                  <a:pt x="84549" y="161304"/>
                  <a:pt x="90846" y="155007"/>
                  <a:pt x="98641" y="155007"/>
                </a:cubicBezTo>
                <a:lnTo>
                  <a:pt x="102164" y="155007"/>
                </a:lnTo>
                <a:lnTo>
                  <a:pt x="102164" y="119778"/>
                </a:lnTo>
                <a:lnTo>
                  <a:pt x="49320" y="119778"/>
                </a:lnTo>
                <a:cubicBezTo>
                  <a:pt x="43464" y="119778"/>
                  <a:pt x="38752" y="124490"/>
                  <a:pt x="38752" y="130347"/>
                </a:cubicBezTo>
                <a:lnTo>
                  <a:pt x="38752" y="155007"/>
                </a:lnTo>
                <a:lnTo>
                  <a:pt x="42275" y="155007"/>
                </a:lnTo>
                <a:cubicBezTo>
                  <a:pt x="50069" y="155007"/>
                  <a:pt x="56366" y="161304"/>
                  <a:pt x="56366" y="169098"/>
                </a:cubicBezTo>
                <a:lnTo>
                  <a:pt x="56366" y="197282"/>
                </a:lnTo>
                <a:cubicBezTo>
                  <a:pt x="56366" y="205076"/>
                  <a:pt x="50069" y="211373"/>
                  <a:pt x="42275" y="211373"/>
                </a:cubicBezTo>
                <a:lnTo>
                  <a:pt x="14092" y="211373"/>
                </a:lnTo>
                <a:cubicBezTo>
                  <a:pt x="6297" y="211373"/>
                  <a:pt x="0" y="205076"/>
                  <a:pt x="0" y="197282"/>
                </a:cubicBezTo>
                <a:lnTo>
                  <a:pt x="0" y="169098"/>
                </a:lnTo>
                <a:cubicBezTo>
                  <a:pt x="0" y="161304"/>
                  <a:pt x="6297" y="155007"/>
                  <a:pt x="14092" y="155007"/>
                </a:cubicBezTo>
                <a:lnTo>
                  <a:pt x="17614" y="155007"/>
                </a:lnTo>
                <a:lnTo>
                  <a:pt x="17614" y="130347"/>
                </a:lnTo>
                <a:cubicBezTo>
                  <a:pt x="17614" y="112820"/>
                  <a:pt x="31794" y="98641"/>
                  <a:pt x="49320" y="98641"/>
                </a:cubicBezTo>
                <a:lnTo>
                  <a:pt x="102164" y="98641"/>
                </a:lnTo>
                <a:lnTo>
                  <a:pt x="102164" y="70458"/>
                </a:lnTo>
                <a:lnTo>
                  <a:pt x="98641" y="70458"/>
                </a:lnTo>
                <a:cubicBezTo>
                  <a:pt x="90846" y="70458"/>
                  <a:pt x="84549" y="64161"/>
                  <a:pt x="84549" y="56366"/>
                </a:cubicBezTo>
                <a:lnTo>
                  <a:pt x="84549" y="2818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1488067" y="4145962"/>
            <a:ext cx="5343512" cy="31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Word: 结构化管理思维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88067" y="4551798"/>
            <a:ext cx="5320965" cy="293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掌握样式功能，建立文档结构化意识，实现一键排版与自动化管理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73476" y="5386018"/>
            <a:ext cx="7113409" cy="1240055"/>
          </a:xfrm>
          <a:custGeom>
            <a:avLst/>
            <a:gdLst/>
            <a:ahLst/>
            <a:cxnLst/>
            <a:rect l="l" t="t" r="r" b="b"/>
            <a:pathLst>
              <a:path w="7113409" h="1240055">
                <a:moveTo>
                  <a:pt x="0" y="0"/>
                </a:moveTo>
                <a:lnTo>
                  <a:pt x="6978132" y="0"/>
                </a:lnTo>
                <a:cubicBezTo>
                  <a:pt x="7052843" y="0"/>
                  <a:pt x="7113409" y="60566"/>
                  <a:pt x="7113409" y="135278"/>
                </a:cubicBezTo>
                <a:lnTo>
                  <a:pt x="7113409" y="1104778"/>
                </a:lnTo>
                <a:cubicBezTo>
                  <a:pt x="7113409" y="1179490"/>
                  <a:pt x="7052843" y="1240055"/>
                  <a:pt x="6978132" y="1240055"/>
                </a:cubicBezTo>
                <a:lnTo>
                  <a:pt x="0" y="1240055"/>
                </a:lnTo>
                <a:lnTo>
                  <a:pt x="0" y="0"/>
                </a:lnTo>
                <a:close/>
              </a:path>
            </a:pathLst>
          </a:custGeom>
          <a:solidFill>
            <a:srgbClr val="E8A857">
              <a:alpha val="2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473476" y="5386018"/>
            <a:ext cx="45093" cy="1240055"/>
          </a:xfrm>
          <a:custGeom>
            <a:avLst/>
            <a:gdLst/>
            <a:ahLst/>
            <a:cxnLst/>
            <a:rect l="l" t="t" r="r" b="b"/>
            <a:pathLst>
              <a:path w="45093" h="1240055">
                <a:moveTo>
                  <a:pt x="0" y="0"/>
                </a:moveTo>
                <a:lnTo>
                  <a:pt x="45093" y="0"/>
                </a:lnTo>
                <a:lnTo>
                  <a:pt x="45093" y="1240055"/>
                </a:lnTo>
                <a:lnTo>
                  <a:pt x="0" y="1240055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17" name="Shape 14"/>
          <p:cNvSpPr/>
          <p:nvPr/>
        </p:nvSpPr>
        <p:spPr>
          <a:xfrm>
            <a:off x="766580" y="5656575"/>
            <a:ext cx="541115" cy="541115"/>
          </a:xfrm>
          <a:custGeom>
            <a:avLst/>
            <a:gdLst/>
            <a:ahLst/>
            <a:cxnLst/>
            <a:rect l="l" t="t" r="r" b="b"/>
            <a:pathLst>
              <a:path w="541115" h="541115">
                <a:moveTo>
                  <a:pt x="90188" y="0"/>
                </a:moveTo>
                <a:lnTo>
                  <a:pt x="450927" y="0"/>
                </a:lnTo>
                <a:cubicBezTo>
                  <a:pt x="500737" y="0"/>
                  <a:pt x="541115" y="40378"/>
                  <a:pt x="541115" y="90188"/>
                </a:cubicBezTo>
                <a:lnTo>
                  <a:pt x="541115" y="450927"/>
                </a:lnTo>
                <a:cubicBezTo>
                  <a:pt x="541115" y="500737"/>
                  <a:pt x="500737" y="541115"/>
                  <a:pt x="450927" y="541115"/>
                </a:cubicBezTo>
                <a:lnTo>
                  <a:pt x="90188" y="541115"/>
                </a:lnTo>
                <a:cubicBezTo>
                  <a:pt x="40378" y="541115"/>
                  <a:pt x="0" y="500737"/>
                  <a:pt x="0" y="450927"/>
                </a:cubicBezTo>
                <a:lnTo>
                  <a:pt x="0" y="90188"/>
                </a:lnTo>
                <a:cubicBezTo>
                  <a:pt x="0" y="40412"/>
                  <a:pt x="40412" y="0"/>
                  <a:pt x="90188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18" name="Shape 15"/>
          <p:cNvSpPr/>
          <p:nvPr/>
        </p:nvSpPr>
        <p:spPr>
          <a:xfrm>
            <a:off x="924405" y="5814400"/>
            <a:ext cx="225465" cy="225465"/>
          </a:xfrm>
          <a:custGeom>
            <a:avLst/>
            <a:gdLst/>
            <a:ahLst/>
            <a:cxnLst/>
            <a:rect l="l" t="t" r="r" b="b"/>
            <a:pathLst>
              <a:path w="225465" h="225465">
                <a:moveTo>
                  <a:pt x="28183" y="28183"/>
                </a:moveTo>
                <a:cubicBezTo>
                  <a:pt x="28183" y="20389"/>
                  <a:pt x="21886" y="14092"/>
                  <a:pt x="14092" y="14092"/>
                </a:cubicBezTo>
                <a:cubicBezTo>
                  <a:pt x="6297" y="14092"/>
                  <a:pt x="0" y="20389"/>
                  <a:pt x="0" y="28183"/>
                </a:cubicBezTo>
                <a:lnTo>
                  <a:pt x="0" y="176144"/>
                </a:lnTo>
                <a:cubicBezTo>
                  <a:pt x="0" y="195608"/>
                  <a:pt x="15765" y="211373"/>
                  <a:pt x="35229" y="211373"/>
                </a:cubicBezTo>
                <a:lnTo>
                  <a:pt x="211373" y="211373"/>
                </a:lnTo>
                <a:cubicBezTo>
                  <a:pt x="219167" y="211373"/>
                  <a:pt x="225465" y="205076"/>
                  <a:pt x="225465" y="197282"/>
                </a:cubicBezTo>
                <a:cubicBezTo>
                  <a:pt x="225465" y="189487"/>
                  <a:pt x="219167" y="183190"/>
                  <a:pt x="211373" y="183190"/>
                </a:cubicBezTo>
                <a:lnTo>
                  <a:pt x="35229" y="183190"/>
                </a:lnTo>
                <a:cubicBezTo>
                  <a:pt x="31354" y="183190"/>
                  <a:pt x="28183" y="180019"/>
                  <a:pt x="28183" y="176144"/>
                </a:cubicBezTo>
                <a:lnTo>
                  <a:pt x="28183" y="28183"/>
                </a:lnTo>
                <a:close/>
                <a:moveTo>
                  <a:pt x="207234" y="66318"/>
                </a:moveTo>
                <a:cubicBezTo>
                  <a:pt x="212738" y="60814"/>
                  <a:pt x="212738" y="51874"/>
                  <a:pt x="207234" y="46370"/>
                </a:cubicBezTo>
                <a:cubicBezTo>
                  <a:pt x="201729" y="40865"/>
                  <a:pt x="192790" y="40865"/>
                  <a:pt x="187285" y="46370"/>
                </a:cubicBezTo>
                <a:lnTo>
                  <a:pt x="140915" y="92784"/>
                </a:lnTo>
                <a:lnTo>
                  <a:pt x="115639" y="67551"/>
                </a:lnTo>
                <a:cubicBezTo>
                  <a:pt x="110134" y="62047"/>
                  <a:pt x="101195" y="62047"/>
                  <a:pt x="95690" y="67551"/>
                </a:cubicBezTo>
                <a:lnTo>
                  <a:pt x="53416" y="109826"/>
                </a:lnTo>
                <a:cubicBezTo>
                  <a:pt x="47911" y="115330"/>
                  <a:pt x="47911" y="124270"/>
                  <a:pt x="53416" y="129774"/>
                </a:cubicBezTo>
                <a:cubicBezTo>
                  <a:pt x="58920" y="135279"/>
                  <a:pt x="67860" y="135279"/>
                  <a:pt x="73364" y="129774"/>
                </a:cubicBezTo>
                <a:lnTo>
                  <a:pt x="105687" y="97452"/>
                </a:lnTo>
                <a:lnTo>
                  <a:pt x="130963" y="122729"/>
                </a:lnTo>
                <a:cubicBezTo>
                  <a:pt x="136468" y="128233"/>
                  <a:pt x="145407" y="128233"/>
                  <a:pt x="150912" y="122729"/>
                </a:cubicBezTo>
                <a:lnTo>
                  <a:pt x="207278" y="66362"/>
                </a:lnTo>
                <a:close/>
              </a:path>
            </a:pathLst>
          </a:custGeom>
          <a:solidFill>
            <a:srgbClr val="1E2024"/>
          </a:solidFill>
        </p:spPr>
      </p:sp>
      <p:sp>
        <p:nvSpPr>
          <p:cNvPr id="19" name="Text 16"/>
          <p:cNvSpPr/>
          <p:nvPr/>
        </p:nvSpPr>
        <p:spPr>
          <a:xfrm>
            <a:off x="1488067" y="5656575"/>
            <a:ext cx="4802397" cy="31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Excel: 数据驱动决策思维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88067" y="6062411"/>
            <a:ext cx="4779850" cy="293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熟练运用函数与透视表，从数据中提取洞察，支持科学决策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3476" y="6896631"/>
            <a:ext cx="7113409" cy="1240055"/>
          </a:xfrm>
          <a:custGeom>
            <a:avLst/>
            <a:gdLst/>
            <a:ahLst/>
            <a:cxnLst/>
            <a:rect l="l" t="t" r="r" b="b"/>
            <a:pathLst>
              <a:path w="7113409" h="1240055">
                <a:moveTo>
                  <a:pt x="0" y="0"/>
                </a:moveTo>
                <a:lnTo>
                  <a:pt x="6978132" y="0"/>
                </a:lnTo>
                <a:cubicBezTo>
                  <a:pt x="7052843" y="0"/>
                  <a:pt x="7113409" y="60566"/>
                  <a:pt x="7113409" y="135278"/>
                </a:cubicBezTo>
                <a:lnTo>
                  <a:pt x="7113409" y="1104778"/>
                </a:lnTo>
                <a:cubicBezTo>
                  <a:pt x="7113409" y="1179490"/>
                  <a:pt x="7052843" y="1240055"/>
                  <a:pt x="6978132" y="1240055"/>
                </a:cubicBezTo>
                <a:lnTo>
                  <a:pt x="0" y="1240055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2000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473476" y="6896631"/>
            <a:ext cx="45093" cy="1240055"/>
          </a:xfrm>
          <a:custGeom>
            <a:avLst/>
            <a:gdLst/>
            <a:ahLst/>
            <a:cxnLst/>
            <a:rect l="l" t="t" r="r" b="b"/>
            <a:pathLst>
              <a:path w="45093" h="1240055">
                <a:moveTo>
                  <a:pt x="0" y="0"/>
                </a:moveTo>
                <a:lnTo>
                  <a:pt x="45093" y="0"/>
                </a:lnTo>
                <a:lnTo>
                  <a:pt x="45093" y="1240055"/>
                </a:lnTo>
                <a:lnTo>
                  <a:pt x="0" y="1240055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</p:spPr>
      </p:sp>
      <p:sp>
        <p:nvSpPr>
          <p:cNvPr id="23" name="Shape 20"/>
          <p:cNvSpPr/>
          <p:nvPr/>
        </p:nvSpPr>
        <p:spPr>
          <a:xfrm>
            <a:off x="766580" y="7167188"/>
            <a:ext cx="541115" cy="541115"/>
          </a:xfrm>
          <a:custGeom>
            <a:avLst/>
            <a:gdLst/>
            <a:ahLst/>
            <a:cxnLst/>
            <a:rect l="l" t="t" r="r" b="b"/>
            <a:pathLst>
              <a:path w="541115" h="541115">
                <a:moveTo>
                  <a:pt x="90188" y="0"/>
                </a:moveTo>
                <a:lnTo>
                  <a:pt x="450927" y="0"/>
                </a:lnTo>
                <a:cubicBezTo>
                  <a:pt x="500737" y="0"/>
                  <a:pt x="541115" y="40378"/>
                  <a:pt x="541115" y="90188"/>
                </a:cubicBezTo>
                <a:lnTo>
                  <a:pt x="541115" y="450927"/>
                </a:lnTo>
                <a:cubicBezTo>
                  <a:pt x="541115" y="500737"/>
                  <a:pt x="500737" y="541115"/>
                  <a:pt x="450927" y="541115"/>
                </a:cubicBezTo>
                <a:lnTo>
                  <a:pt x="90188" y="541115"/>
                </a:lnTo>
                <a:cubicBezTo>
                  <a:pt x="40378" y="541115"/>
                  <a:pt x="0" y="500737"/>
                  <a:pt x="0" y="450927"/>
                </a:cubicBezTo>
                <a:lnTo>
                  <a:pt x="0" y="90188"/>
                </a:lnTo>
                <a:cubicBezTo>
                  <a:pt x="0" y="40412"/>
                  <a:pt x="40412" y="0"/>
                  <a:pt x="90188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24" name="Shape 21"/>
          <p:cNvSpPr/>
          <p:nvPr/>
        </p:nvSpPr>
        <p:spPr>
          <a:xfrm>
            <a:off x="910313" y="7325013"/>
            <a:ext cx="253648" cy="225465"/>
          </a:xfrm>
          <a:custGeom>
            <a:avLst/>
            <a:gdLst/>
            <a:ahLst/>
            <a:cxnLst/>
            <a:rect l="l" t="t" r="r" b="b"/>
            <a:pathLst>
              <a:path w="253648" h="225465">
                <a:moveTo>
                  <a:pt x="126824" y="14092"/>
                </a:moveTo>
                <a:cubicBezTo>
                  <a:pt x="91243" y="14092"/>
                  <a:pt x="62751" y="30297"/>
                  <a:pt x="42010" y="49585"/>
                </a:cubicBezTo>
                <a:cubicBezTo>
                  <a:pt x="21402" y="68740"/>
                  <a:pt x="7618" y="91595"/>
                  <a:pt x="1057" y="107316"/>
                </a:cubicBezTo>
                <a:cubicBezTo>
                  <a:pt x="-396" y="110795"/>
                  <a:pt x="-396" y="114670"/>
                  <a:pt x="1057" y="118149"/>
                </a:cubicBezTo>
                <a:cubicBezTo>
                  <a:pt x="7618" y="133870"/>
                  <a:pt x="21402" y="156768"/>
                  <a:pt x="42010" y="175880"/>
                </a:cubicBezTo>
                <a:cubicBezTo>
                  <a:pt x="62751" y="195124"/>
                  <a:pt x="91243" y="211373"/>
                  <a:pt x="126824" y="211373"/>
                </a:cubicBezTo>
                <a:cubicBezTo>
                  <a:pt x="162405" y="211373"/>
                  <a:pt x="190896" y="195168"/>
                  <a:pt x="211637" y="175880"/>
                </a:cubicBezTo>
                <a:cubicBezTo>
                  <a:pt x="232246" y="156724"/>
                  <a:pt x="246029" y="133870"/>
                  <a:pt x="252591" y="118149"/>
                </a:cubicBezTo>
                <a:cubicBezTo>
                  <a:pt x="254044" y="114670"/>
                  <a:pt x="254044" y="110795"/>
                  <a:pt x="252591" y="107316"/>
                </a:cubicBezTo>
                <a:cubicBezTo>
                  <a:pt x="246029" y="91595"/>
                  <a:pt x="232246" y="68696"/>
                  <a:pt x="211637" y="49585"/>
                </a:cubicBezTo>
                <a:cubicBezTo>
                  <a:pt x="190896" y="30341"/>
                  <a:pt x="162405" y="14092"/>
                  <a:pt x="126824" y="14092"/>
                </a:cubicBezTo>
                <a:close/>
                <a:moveTo>
                  <a:pt x="63412" y="112732"/>
                </a:moveTo>
                <a:cubicBezTo>
                  <a:pt x="63412" y="77734"/>
                  <a:pt x="91826" y="49320"/>
                  <a:pt x="126824" y="49320"/>
                </a:cubicBezTo>
                <a:cubicBezTo>
                  <a:pt x="161822" y="49320"/>
                  <a:pt x="190236" y="77734"/>
                  <a:pt x="190236" y="112732"/>
                </a:cubicBezTo>
                <a:cubicBezTo>
                  <a:pt x="190236" y="147730"/>
                  <a:pt x="161822" y="176144"/>
                  <a:pt x="126824" y="176144"/>
                </a:cubicBezTo>
                <a:cubicBezTo>
                  <a:pt x="91826" y="176144"/>
                  <a:pt x="63412" y="147730"/>
                  <a:pt x="63412" y="112732"/>
                </a:cubicBezTo>
                <a:close/>
                <a:moveTo>
                  <a:pt x="126824" y="84549"/>
                </a:moveTo>
                <a:cubicBezTo>
                  <a:pt x="126824" y="100094"/>
                  <a:pt x="114186" y="112732"/>
                  <a:pt x="98641" y="112732"/>
                </a:cubicBezTo>
                <a:cubicBezTo>
                  <a:pt x="93577" y="112732"/>
                  <a:pt x="88821" y="111411"/>
                  <a:pt x="84681" y="109033"/>
                </a:cubicBezTo>
                <a:cubicBezTo>
                  <a:pt x="84241" y="113833"/>
                  <a:pt x="84637" y="118765"/>
                  <a:pt x="85958" y="123653"/>
                </a:cubicBezTo>
                <a:cubicBezTo>
                  <a:pt x="91991" y="146200"/>
                  <a:pt x="115198" y="159587"/>
                  <a:pt x="137745" y="153554"/>
                </a:cubicBezTo>
                <a:cubicBezTo>
                  <a:pt x="160291" y="147521"/>
                  <a:pt x="173678" y="124314"/>
                  <a:pt x="167645" y="101767"/>
                </a:cubicBezTo>
                <a:cubicBezTo>
                  <a:pt x="162273" y="81643"/>
                  <a:pt x="143205" y="68828"/>
                  <a:pt x="123125" y="70590"/>
                </a:cubicBezTo>
                <a:cubicBezTo>
                  <a:pt x="125459" y="74685"/>
                  <a:pt x="126824" y="79441"/>
                  <a:pt x="126824" y="8454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Text 22"/>
          <p:cNvSpPr/>
          <p:nvPr/>
        </p:nvSpPr>
        <p:spPr>
          <a:xfrm>
            <a:off x="1488067" y="7167188"/>
            <a:ext cx="4734757" cy="31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dirty="0">
                <a:solidFill>
                  <a:srgbClr val="E8A85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PPT: 视觉化表达思维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488067" y="7573025"/>
            <a:ext cx="4712211" cy="293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应用CRAP设计原则，用视觉层次传递信息，提升演示效果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37982" y="450929"/>
            <a:ext cx="22546" cy="8026541"/>
          </a:xfrm>
          <a:custGeom>
            <a:avLst/>
            <a:gdLst/>
            <a:ahLst/>
            <a:cxnLst/>
            <a:rect l="l" t="t" r="r" b="b"/>
            <a:pathLst>
              <a:path w="22546" h="8026541">
                <a:moveTo>
                  <a:pt x="0" y="0"/>
                </a:moveTo>
                <a:lnTo>
                  <a:pt x="22546" y="0"/>
                </a:lnTo>
                <a:lnTo>
                  <a:pt x="22546" y="8026541"/>
                </a:lnTo>
                <a:lnTo>
                  <a:pt x="0" y="8026541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30196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8712917" y="1892725"/>
            <a:ext cx="2885947" cy="586208"/>
          </a:xfrm>
          <a:custGeom>
            <a:avLst/>
            <a:gdLst/>
            <a:ahLst/>
            <a:cxnLst/>
            <a:rect l="l" t="t" r="r" b="b"/>
            <a:pathLst>
              <a:path w="2885947" h="586208">
                <a:moveTo>
                  <a:pt x="0" y="0"/>
                </a:moveTo>
                <a:lnTo>
                  <a:pt x="2795759" y="0"/>
                </a:lnTo>
                <a:cubicBezTo>
                  <a:pt x="2845569" y="0"/>
                  <a:pt x="2885947" y="40379"/>
                  <a:pt x="2885947" y="90188"/>
                </a:cubicBezTo>
                <a:lnTo>
                  <a:pt x="2885947" y="496020"/>
                </a:lnTo>
                <a:cubicBezTo>
                  <a:pt x="2885947" y="545829"/>
                  <a:pt x="2845569" y="586208"/>
                  <a:pt x="2795759" y="586208"/>
                </a:cubicBezTo>
                <a:lnTo>
                  <a:pt x="0" y="586208"/>
                </a:lnTo>
                <a:lnTo>
                  <a:pt x="0" y="0"/>
                </a:lnTo>
                <a:close/>
              </a:path>
            </a:pathLst>
          </a:custGeom>
          <a:solidFill>
            <a:srgbClr val="E8A857">
              <a:alpha val="14902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8712917" y="1892725"/>
            <a:ext cx="45093" cy="586208"/>
          </a:xfrm>
          <a:custGeom>
            <a:avLst/>
            <a:gdLst/>
            <a:ahLst/>
            <a:cxnLst/>
            <a:rect l="l" t="t" r="r" b="b"/>
            <a:pathLst>
              <a:path w="45093" h="586208">
                <a:moveTo>
                  <a:pt x="0" y="0"/>
                </a:moveTo>
                <a:lnTo>
                  <a:pt x="45093" y="0"/>
                </a:lnTo>
                <a:lnTo>
                  <a:pt x="45093" y="586208"/>
                </a:lnTo>
                <a:lnTo>
                  <a:pt x="0" y="586208"/>
                </a:lnTo>
                <a:lnTo>
                  <a:pt x="0" y="0"/>
                </a:lnTo>
                <a:close/>
              </a:path>
            </a:pathLst>
          </a:custGeom>
          <a:solidFill>
            <a:srgbClr val="E8A857"/>
          </a:solidFill>
        </p:spPr>
      </p:sp>
      <p:sp>
        <p:nvSpPr>
          <p:cNvPr id="30" name="Shape 27"/>
          <p:cNvSpPr/>
          <p:nvPr/>
        </p:nvSpPr>
        <p:spPr>
          <a:xfrm>
            <a:off x="8994747" y="2050550"/>
            <a:ext cx="270558" cy="270558"/>
          </a:xfrm>
          <a:custGeom>
            <a:avLst/>
            <a:gdLst/>
            <a:ahLst/>
            <a:cxnLst/>
            <a:rect l="l" t="t" r="r" b="b"/>
            <a:pathLst>
              <a:path w="270558" h="270558">
                <a:moveTo>
                  <a:pt x="67639" y="169098"/>
                </a:moveTo>
                <a:lnTo>
                  <a:pt x="12947" y="169098"/>
                </a:lnTo>
                <a:cubicBezTo>
                  <a:pt x="-211" y="169098"/>
                  <a:pt x="-8296" y="154778"/>
                  <a:pt x="-1532" y="143469"/>
                </a:cubicBezTo>
                <a:lnTo>
                  <a:pt x="26422" y="96862"/>
                </a:lnTo>
                <a:cubicBezTo>
                  <a:pt x="31019" y="89199"/>
                  <a:pt x="39263" y="84549"/>
                  <a:pt x="48193" y="84549"/>
                </a:cubicBezTo>
                <a:lnTo>
                  <a:pt x="98394" y="84549"/>
                </a:lnTo>
                <a:cubicBezTo>
                  <a:pt x="138608" y="16434"/>
                  <a:pt x="198585" y="12999"/>
                  <a:pt x="238693" y="18865"/>
                </a:cubicBezTo>
                <a:cubicBezTo>
                  <a:pt x="245457" y="19869"/>
                  <a:pt x="250741" y="25153"/>
                  <a:pt x="251693" y="31864"/>
                </a:cubicBezTo>
                <a:cubicBezTo>
                  <a:pt x="257558" y="71973"/>
                  <a:pt x="254123" y="131950"/>
                  <a:pt x="186008" y="172163"/>
                </a:cubicBezTo>
                <a:lnTo>
                  <a:pt x="186008" y="222364"/>
                </a:lnTo>
                <a:cubicBezTo>
                  <a:pt x="186008" y="231295"/>
                  <a:pt x="181358" y="239539"/>
                  <a:pt x="173696" y="244136"/>
                </a:cubicBezTo>
                <a:lnTo>
                  <a:pt x="127088" y="272090"/>
                </a:lnTo>
                <a:cubicBezTo>
                  <a:pt x="115832" y="278854"/>
                  <a:pt x="101459" y="270716"/>
                  <a:pt x="101459" y="257611"/>
                </a:cubicBezTo>
                <a:lnTo>
                  <a:pt x="101459" y="202918"/>
                </a:lnTo>
                <a:cubicBezTo>
                  <a:pt x="101459" y="184264"/>
                  <a:pt x="86293" y="169098"/>
                  <a:pt x="67639" y="169098"/>
                </a:cubicBezTo>
                <a:lnTo>
                  <a:pt x="67587" y="169098"/>
                </a:lnTo>
                <a:close/>
                <a:moveTo>
                  <a:pt x="211373" y="84549"/>
                </a:moveTo>
                <a:cubicBezTo>
                  <a:pt x="211373" y="70550"/>
                  <a:pt x="200008" y="59184"/>
                  <a:pt x="186008" y="59184"/>
                </a:cubicBezTo>
                <a:cubicBezTo>
                  <a:pt x="172009" y="59184"/>
                  <a:pt x="160644" y="70550"/>
                  <a:pt x="160644" y="84549"/>
                </a:cubicBezTo>
                <a:cubicBezTo>
                  <a:pt x="160644" y="98548"/>
                  <a:pt x="172009" y="109914"/>
                  <a:pt x="186008" y="109914"/>
                </a:cubicBezTo>
                <a:cubicBezTo>
                  <a:pt x="200008" y="109914"/>
                  <a:pt x="211373" y="98548"/>
                  <a:pt x="211373" y="84549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31" name="Text 28"/>
          <p:cNvSpPr/>
          <p:nvPr/>
        </p:nvSpPr>
        <p:spPr>
          <a:xfrm>
            <a:off x="9434403" y="2028004"/>
            <a:ext cx="2051728" cy="31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5" b="1" kern="0" spc="89" dirty="0">
                <a:solidFill>
                  <a:srgbClr val="E8A85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CALL TO ACTION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690370" y="2839676"/>
            <a:ext cx="7383967" cy="541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6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立即行动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690370" y="3831721"/>
            <a:ext cx="721487" cy="721487"/>
          </a:xfrm>
          <a:custGeom>
            <a:avLst/>
            <a:gdLst/>
            <a:ahLst/>
            <a:cxnLst/>
            <a:rect l="l" t="t" r="r" b="b"/>
            <a:pathLst>
              <a:path w="721487" h="721487">
                <a:moveTo>
                  <a:pt x="135279" y="0"/>
                </a:moveTo>
                <a:lnTo>
                  <a:pt x="586208" y="0"/>
                </a:lnTo>
                <a:cubicBezTo>
                  <a:pt x="660920" y="0"/>
                  <a:pt x="721487" y="60566"/>
                  <a:pt x="721487" y="135279"/>
                </a:cubicBezTo>
                <a:lnTo>
                  <a:pt x="721487" y="586208"/>
                </a:lnTo>
                <a:cubicBezTo>
                  <a:pt x="721487" y="660920"/>
                  <a:pt x="660920" y="721487"/>
                  <a:pt x="586208" y="721487"/>
                </a:cubicBezTo>
                <a:lnTo>
                  <a:pt x="135279" y="721487"/>
                </a:lnTo>
                <a:cubicBezTo>
                  <a:pt x="60566" y="721487"/>
                  <a:pt x="0" y="660920"/>
                  <a:pt x="0" y="586208"/>
                </a:cubicBezTo>
                <a:lnTo>
                  <a:pt x="0" y="135279"/>
                </a:lnTo>
                <a:cubicBezTo>
                  <a:pt x="0" y="60566"/>
                  <a:pt x="60566" y="0"/>
                  <a:pt x="135279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34" name="Text 31"/>
          <p:cNvSpPr/>
          <p:nvPr/>
        </p:nvSpPr>
        <p:spPr>
          <a:xfrm>
            <a:off x="8875556" y="3989546"/>
            <a:ext cx="518569" cy="4058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6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637322" y="3831721"/>
            <a:ext cx="5208233" cy="3607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选择1-2项技巧立即应用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637322" y="4327743"/>
            <a:ext cx="5174413" cy="3269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从最简单的技巧开始，如F4重复操作、Ctrl+T创建超级表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690370" y="5018228"/>
            <a:ext cx="721487" cy="721487"/>
          </a:xfrm>
          <a:custGeom>
            <a:avLst/>
            <a:gdLst/>
            <a:ahLst/>
            <a:cxnLst/>
            <a:rect l="l" t="t" r="r" b="b"/>
            <a:pathLst>
              <a:path w="721487" h="721487">
                <a:moveTo>
                  <a:pt x="135279" y="0"/>
                </a:moveTo>
                <a:lnTo>
                  <a:pt x="586208" y="0"/>
                </a:lnTo>
                <a:cubicBezTo>
                  <a:pt x="660920" y="0"/>
                  <a:pt x="721487" y="60566"/>
                  <a:pt x="721487" y="135279"/>
                </a:cubicBezTo>
                <a:lnTo>
                  <a:pt x="721487" y="586208"/>
                </a:lnTo>
                <a:cubicBezTo>
                  <a:pt x="721487" y="660920"/>
                  <a:pt x="660920" y="721487"/>
                  <a:pt x="586208" y="721487"/>
                </a:cubicBezTo>
                <a:lnTo>
                  <a:pt x="135279" y="721487"/>
                </a:lnTo>
                <a:cubicBezTo>
                  <a:pt x="60566" y="721487"/>
                  <a:pt x="0" y="660920"/>
                  <a:pt x="0" y="586208"/>
                </a:cubicBezTo>
                <a:lnTo>
                  <a:pt x="0" y="135279"/>
                </a:lnTo>
                <a:cubicBezTo>
                  <a:pt x="0" y="60566"/>
                  <a:pt x="60566" y="0"/>
                  <a:pt x="135279" y="0"/>
                </a:cubicBezTo>
                <a:close/>
              </a:path>
            </a:pathLst>
          </a:custGeom>
          <a:solidFill>
            <a:srgbClr val="E8A857"/>
          </a:solidFill>
        </p:spPr>
      </p:sp>
      <p:sp>
        <p:nvSpPr>
          <p:cNvPr id="38" name="Text 35"/>
          <p:cNvSpPr/>
          <p:nvPr/>
        </p:nvSpPr>
        <p:spPr>
          <a:xfrm>
            <a:off x="8844907" y="5176054"/>
            <a:ext cx="586208" cy="4058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65" b="1" dirty="0">
                <a:solidFill>
                  <a:srgbClr val="1E20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637322" y="5018228"/>
            <a:ext cx="4396560" cy="3607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建立个人办公效率系统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637322" y="5514251"/>
            <a:ext cx="4362741" cy="3269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创建个人模板库、快捷键速查卡、常见问题手册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690370" y="6204736"/>
            <a:ext cx="721487" cy="721487"/>
          </a:xfrm>
          <a:custGeom>
            <a:avLst/>
            <a:gdLst/>
            <a:ahLst/>
            <a:cxnLst/>
            <a:rect l="l" t="t" r="r" b="b"/>
            <a:pathLst>
              <a:path w="721487" h="721487">
                <a:moveTo>
                  <a:pt x="135279" y="0"/>
                </a:moveTo>
                <a:lnTo>
                  <a:pt x="586208" y="0"/>
                </a:lnTo>
                <a:cubicBezTo>
                  <a:pt x="660920" y="0"/>
                  <a:pt x="721487" y="60566"/>
                  <a:pt x="721487" y="135279"/>
                </a:cubicBezTo>
                <a:lnTo>
                  <a:pt x="721487" y="586208"/>
                </a:lnTo>
                <a:cubicBezTo>
                  <a:pt x="721487" y="660920"/>
                  <a:pt x="660920" y="721487"/>
                  <a:pt x="586208" y="721487"/>
                </a:cubicBezTo>
                <a:lnTo>
                  <a:pt x="135279" y="721487"/>
                </a:lnTo>
                <a:cubicBezTo>
                  <a:pt x="60566" y="721487"/>
                  <a:pt x="0" y="660920"/>
                  <a:pt x="0" y="586208"/>
                </a:cubicBezTo>
                <a:lnTo>
                  <a:pt x="0" y="135279"/>
                </a:lnTo>
                <a:cubicBezTo>
                  <a:pt x="0" y="60566"/>
                  <a:pt x="60566" y="0"/>
                  <a:pt x="135279" y="0"/>
                </a:cubicBezTo>
                <a:close/>
              </a:path>
            </a:pathLst>
          </a:custGeom>
          <a:solidFill>
            <a:srgbClr val="5C7A9E"/>
          </a:solidFill>
        </p:spPr>
      </p:sp>
      <p:sp>
        <p:nvSpPr>
          <p:cNvPr id="42" name="Text 39"/>
          <p:cNvSpPr/>
          <p:nvPr/>
        </p:nvSpPr>
        <p:spPr>
          <a:xfrm>
            <a:off x="8843381" y="6362561"/>
            <a:ext cx="586208" cy="4058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6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9637322" y="6204736"/>
            <a:ext cx="4193642" cy="3607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持续实践，定期复盘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637322" y="6700758"/>
            <a:ext cx="4159822" cy="3269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每周学习一个新技巧，每月复盘效率提升情况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450929" y="8476065"/>
            <a:ext cx="15354141" cy="7515"/>
          </a:xfrm>
          <a:custGeom>
            <a:avLst/>
            <a:gdLst/>
            <a:ahLst/>
            <a:cxnLst/>
            <a:rect l="l" t="t" r="r" b="b"/>
            <a:pathLst>
              <a:path w="15354141" h="7515">
                <a:moveTo>
                  <a:pt x="0" y="0"/>
                </a:moveTo>
                <a:lnTo>
                  <a:pt x="15354141" y="0"/>
                </a:lnTo>
                <a:lnTo>
                  <a:pt x="15354141" y="7515"/>
                </a:lnTo>
                <a:lnTo>
                  <a:pt x="0" y="7515"/>
                </a:lnTo>
                <a:lnTo>
                  <a:pt x="0" y="0"/>
                </a:lnTo>
                <a:close/>
              </a:path>
            </a:pathLst>
          </a:custGeom>
          <a:solidFill>
            <a:srgbClr val="5C7A9E">
              <a:alpha val="30196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383290" y="8750373"/>
            <a:ext cx="15489420" cy="3607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3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感谢参与培训！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400200" y="9201302"/>
            <a:ext cx="15455601" cy="315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让我们一起开启高效办公的新篇章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2681</Words>
  <Application>WPS 演示</Application>
  <PresentationFormat>On-screen Show (16:9)</PresentationFormat>
  <Paragraphs>564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Liter</vt:lpstr>
      <vt:lpstr>Liter</vt:lpstr>
      <vt:lpstr>Liter</vt:lpstr>
      <vt:lpstr>阿里妈妈数黑体</vt:lpstr>
      <vt:lpstr>阿里妈妈数黑体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Office三合一高效办公实战指南</dc:title>
  <dc:creator>Kimi</dc:creator>
  <dc:subject>Office三合一高效办公实战指南</dc:subject>
  <cp:lastModifiedBy>楠</cp:lastModifiedBy>
  <cp:revision>2</cp:revision>
  <dcterms:created xsi:type="dcterms:W3CDTF">2026-01-06T15:31:00Z</dcterms:created>
  <dcterms:modified xsi:type="dcterms:W3CDTF">2026-01-06T15:32:01Z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Office三合一高效办公实战指南","ContentProducer":"001191110108MACG2KBH8F10000","ProduceID":"19b93dc6-9f22-8c23-8000-000050ea7045","ReservedCode1":"","ContentPropagator":"001191110108MACG2KBH8F20000","PropagateID":"19b93dc6-9f22-8c23-8000-000050ea7045","ReservedCode2":""}</vt:lpwstr>
  </property>
  <property fmtid="{D5CDD505-2E9C-101B-9397-08002B2CF9AE}" pid="3" name="ICV">
    <vt:lpwstr>C7CA69E5A1424555884423D819A6F37F_13</vt:lpwstr>
  </property>
  <property fmtid="{D5CDD505-2E9C-101B-9397-08002B2CF9AE}" pid="4" name="KSOProductBuildVer">
    <vt:lpwstr>2052-12.1.0.24034</vt:lpwstr>
  </property>
</Properties>
</file>